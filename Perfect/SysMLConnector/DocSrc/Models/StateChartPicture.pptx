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5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25" d="100"/>
          <a:sy n="125" d="100"/>
        </p:scale>
        <p:origin x="-30" y="-49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ADB074-16B7-6FA6-C057-7D7FB084790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8BF50D0-17E9-671C-7DA6-BECEA813881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84BD0F-8390-FF7A-3B45-7F15A733B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12B1-7B67-43FC-9BCE-5E7AEEC99777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1610E1B-2750-87FE-DF38-B622C0628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2E85C20-6137-3CFF-EC3D-D2FA83CE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7ADA-3042-42E0-9A1F-06B4CA3A7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80874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4CB764-623E-5C5A-B1CC-9A0CF24F36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D87B15D-5F1F-C09F-306A-21E907A713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2F9F8D-8420-8C70-032D-4ADF1CFE2F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12B1-7B67-43FC-9BCE-5E7AEEC99777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5575C0-60F5-EAE1-2DEF-0F67E36FF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678465-4B02-2E9A-8957-445ABDBEF4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7ADA-3042-42E0-9A1F-06B4CA3A7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9721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AFB34-1E63-198B-196B-0960EFCF68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708CC5-BBC3-C45F-77D3-D9DFE8A97C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461840-E6D2-E7DC-47D4-6B65EE6931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12B1-7B67-43FC-9BCE-5E7AEEC99777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2BB6EA-5092-BCD9-FFD4-87E121523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3F6A7A-0F74-6B7F-0CF5-13F5FC2B6F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7ADA-3042-42E0-9A1F-06B4CA3A7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092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E132C3-07C9-D9C1-AF28-D83A0BAE4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C2779-2B9C-7125-422E-3D1FADCF20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DBD7567-5AE9-080B-480B-6E8D09E83F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0DB28D-E2E0-3C7E-52F1-550022036A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12B1-7B67-43FC-9BCE-5E7AEEC99777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002A88-D72F-9860-EC3E-5933ACC94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7A2986F-FEDE-70EF-4AC9-AEC361A142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7ADA-3042-42E0-9A1F-06B4CA3A7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48263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F13CA-4ABD-8FD7-6764-BF1F1AE3C8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471F57E-C2FD-5D17-5CAD-364FA862C7B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D615B0-54EB-EDCF-2E21-0D031F6D800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810249-35FB-3799-B140-CF87F87275D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E57305E-0147-9679-9945-E45EEBD63EC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83CDF9C-64B5-2EED-889F-EC4B1B43E5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12B1-7B67-43FC-9BCE-5E7AEEC99777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6472FA1-288E-F3D4-DA4E-B3538975D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D4A305B-AE9D-1601-DB3F-891EC3E0C5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7ADA-3042-42E0-9A1F-06B4CA3A7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4574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5CDF8-9C6B-0EC4-796F-EBDEFE89FB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31140B-CAA5-8CBE-A642-2EA1326918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12B1-7B67-43FC-9BCE-5E7AEEC99777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B14AD5-1FEF-ED65-BD67-1D16D8AD34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E852916-6956-7449-5A58-175FAD496D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7ADA-3042-42E0-9A1F-06B4CA3A7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85955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D729A2A-3E31-7088-E22F-3AA928120E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12B1-7B67-43FC-9BCE-5E7AEEC99777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B80666B-1F85-53EA-ECD5-E1EF9457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0ABC58-76D1-AA31-035E-36C7641A4F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7ADA-3042-42E0-9A1F-06B4CA3A7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8041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AD00D9-C623-2584-C436-9DEF27D24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DD1A74-2603-7A7B-CC4E-23DE9FC66C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70AEBA6-D509-1E61-9028-69D5BDB0278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4AC69A-4B2E-F4FF-A631-0529CF440F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12B1-7B67-43FC-9BCE-5E7AEEC99777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5436AC-E1F7-08F2-6EC1-B59F55DBB6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8D4925-6E20-C803-4D16-155B2C4266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7ADA-3042-42E0-9A1F-06B4CA3A7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70917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77E50-AA0F-D4B7-09F6-50342AE820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5600709-40A3-4DAF-4B02-8C5DF3FC5B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39B9EF-9AE5-9C07-68C4-FBCA330D2B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D7CDFB-CDA0-BCB7-A424-F2B129FCB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12B1-7B67-43FC-9BCE-5E7AEEC99777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8F9CDC-80FE-E6D5-844E-C1149AA0F8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3890861-0C26-144B-1EAC-783D6C585F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7ADA-3042-42E0-9A1F-06B4CA3A7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340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D40F25-4397-47CA-F748-EFED684FE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E229CB-8A14-9160-0A96-AFC297D63D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F0B5C1-EEEA-9224-9015-15E2201E02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12B1-7B67-43FC-9BCE-5E7AEEC99777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1D0E3B-4C6F-4CB4-C074-949D0C453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8037BB-D4DE-0F71-02C2-FB14FD6398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7ADA-3042-42E0-9A1F-06B4CA3A7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72890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8CF0D6-7147-F7FF-7569-BEB53AEC9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390314-CEEB-5A97-DEE0-33545A3221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66656D-E092-0472-C821-020D6FEDC3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6C12B1-7B67-43FC-9BCE-5E7AEEC99777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41950C-F521-DB2E-4AC3-CE01DEEEED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160B8B-A725-B80A-9B91-A3DE8AD12E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F97ADA-3042-42E0-9A1F-06B4CA3A7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8868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F4DFE0-1E45-9411-CB0B-7D8A3A2BA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E3AE66F-3654-D9E7-DF67-2A12A5848C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C2CA61-1EE1-9843-E5F0-3B55E566568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36C12B1-7B67-43FC-9BCE-5E7AEEC99777}" type="datetimeFigureOut">
              <a:rPr lang="en-US" smtClean="0"/>
              <a:t>8/5/2024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957638-A866-7CC2-8C3D-AA64395CBD4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D94C8D-C251-F9A5-D4AF-9E938A7EEB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7F97ADA-3042-42E0-9A1F-06B4CA3A70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90971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Rectangle 26">
            <a:extLst>
              <a:ext uri="{FF2B5EF4-FFF2-40B4-BE49-F238E27FC236}">
                <a16:creationId xmlns:a16="http://schemas.microsoft.com/office/drawing/2014/main" id="{D815B2E6-FCA4-5108-FA25-5A60DF0C337C}"/>
              </a:ext>
            </a:extLst>
          </p:cNvPr>
          <p:cNvSpPr/>
          <p:nvPr/>
        </p:nvSpPr>
        <p:spPr>
          <a:xfrm>
            <a:off x="1783080" y="1043940"/>
            <a:ext cx="8016240" cy="4724400"/>
          </a:xfrm>
          <a:prstGeom prst="rect">
            <a:avLst/>
          </a:prstGeom>
          <a:solidFill>
            <a:srgbClr val="FFF5E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002CA2DC-EC6E-727A-8EB7-74FB79FF82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494" y="1773874"/>
            <a:ext cx="6554115" cy="355332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2A22935-BFBD-1BEB-335C-08B1A407C0CB}"/>
              </a:ext>
            </a:extLst>
          </p:cNvPr>
          <p:cNvSpPr txBox="1"/>
          <p:nvPr/>
        </p:nvSpPr>
        <p:spPr>
          <a:xfrm>
            <a:off x="5638799" y="1929664"/>
            <a:ext cx="107433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Junction</a:t>
            </a: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8E98B11-B7E8-40C5-E7FA-9C6490251303}"/>
              </a:ext>
            </a:extLst>
          </p:cNvPr>
          <p:cNvCxnSpPr>
            <a:cxnSpLocks/>
          </p:cNvCxnSpPr>
          <p:nvPr/>
        </p:nvCxnSpPr>
        <p:spPr>
          <a:xfrm>
            <a:off x="3009900" y="1631950"/>
            <a:ext cx="431182" cy="29922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416D3EBB-1DE8-CCBD-B24E-A896F1C0D23A}"/>
              </a:ext>
            </a:extLst>
          </p:cNvPr>
          <p:cNvSpPr txBox="1"/>
          <p:nvPr/>
        </p:nvSpPr>
        <p:spPr>
          <a:xfrm>
            <a:off x="2053907" y="1262618"/>
            <a:ext cx="13871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Initial State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EE6B785F-45D8-6C42-DA60-A561C4694670}"/>
              </a:ext>
            </a:extLst>
          </p:cNvPr>
          <p:cNvCxnSpPr>
            <a:cxnSpLocks/>
          </p:cNvCxnSpPr>
          <p:nvPr/>
        </p:nvCxnSpPr>
        <p:spPr>
          <a:xfrm flipH="1">
            <a:off x="5981700" y="2269638"/>
            <a:ext cx="194266" cy="429521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A64AE00-1DC7-78D9-18E2-DC556BAC476C}"/>
              </a:ext>
            </a:extLst>
          </p:cNvPr>
          <p:cNvCxnSpPr>
            <a:cxnSpLocks/>
            <a:stCxn id="22" idx="2"/>
          </p:cNvCxnSpPr>
          <p:nvPr/>
        </p:nvCxnSpPr>
        <p:spPr>
          <a:xfrm flipH="1">
            <a:off x="6934200" y="3232665"/>
            <a:ext cx="36799" cy="392668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864B345E-B7D1-5C5F-A10F-427830110AA4}"/>
              </a:ext>
            </a:extLst>
          </p:cNvPr>
          <p:cNvSpPr txBox="1"/>
          <p:nvPr/>
        </p:nvSpPr>
        <p:spPr>
          <a:xfrm>
            <a:off x="6527800" y="2863333"/>
            <a:ext cx="8863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Trigger</a:t>
            </a: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7EA0CCF6-002F-4306-33C1-5FB1B3FA270C}"/>
              </a:ext>
            </a:extLst>
          </p:cNvPr>
          <p:cNvCxnSpPr>
            <a:cxnSpLocks/>
            <a:stCxn id="25" idx="2"/>
          </p:cNvCxnSpPr>
          <p:nvPr/>
        </p:nvCxnSpPr>
        <p:spPr>
          <a:xfrm>
            <a:off x="8469493" y="3232665"/>
            <a:ext cx="0" cy="386834"/>
          </a:xfrm>
          <a:prstGeom prst="straightConnector1">
            <a:avLst/>
          </a:prstGeom>
          <a:ln w="76200"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B3C0EA0-F83F-F2D1-AFB2-B41E5C6C1B30}"/>
              </a:ext>
            </a:extLst>
          </p:cNvPr>
          <p:cNvSpPr txBox="1"/>
          <p:nvPr/>
        </p:nvSpPr>
        <p:spPr>
          <a:xfrm>
            <a:off x="7820597" y="2863333"/>
            <a:ext cx="12977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Final State</a:t>
            </a:r>
          </a:p>
        </p:txBody>
      </p:sp>
    </p:spTree>
    <p:extLst>
      <p:ext uri="{BB962C8B-B14F-4D97-AF65-F5344CB8AC3E}">
        <p14:creationId xmlns:p14="http://schemas.microsoft.com/office/powerpoint/2010/main" val="15546503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6</Words>
  <Application>Microsoft Office PowerPoint</Application>
  <PresentationFormat>Widescreen</PresentationFormat>
  <Paragraphs>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Josh Kahn</dc:creator>
  <cp:lastModifiedBy>Josh Kahn</cp:lastModifiedBy>
  <cp:revision>2</cp:revision>
  <dcterms:created xsi:type="dcterms:W3CDTF">2024-08-05T19:26:15Z</dcterms:created>
  <dcterms:modified xsi:type="dcterms:W3CDTF">2024-08-05T19:32:17Z</dcterms:modified>
</cp:coreProperties>
</file>