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2" r:id="rId6"/>
    <p:sldId id="263" r:id="rId7"/>
    <p:sldId id="264" r:id="rId8"/>
  </p:sldIdLst>
  <p:sldSz cx="2743200" cy="2743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5A11"/>
    <a:srgbClr val="283645"/>
    <a:srgbClr val="4C7DAB"/>
    <a:srgbClr val="222A35"/>
    <a:srgbClr val="090909"/>
    <a:srgbClr val="ABC0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21" autoAdjust="0"/>
    <p:restoredTop sz="94660"/>
  </p:normalViewPr>
  <p:slideViewPr>
    <p:cSldViewPr snapToGrid="0">
      <p:cViewPr varScale="1">
        <p:scale>
          <a:sx n="264" d="100"/>
          <a:sy n="264" d="100"/>
        </p:scale>
        <p:origin x="2922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" y="448945"/>
            <a:ext cx="2331720" cy="955040"/>
          </a:xfrm>
        </p:spPr>
        <p:txBody>
          <a:bodyPr anchor="b"/>
          <a:lstStyle>
            <a:lvl1pPr algn="ctr"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2900" y="1440815"/>
            <a:ext cx="2057400" cy="662305"/>
          </a:xfrm>
        </p:spPr>
        <p:txBody>
          <a:bodyPr/>
          <a:lstStyle>
            <a:lvl1pPr marL="0" indent="0" algn="ctr">
              <a:buNone/>
              <a:defRPr sz="720"/>
            </a:lvl1pPr>
            <a:lvl2pPr marL="137160" indent="0" algn="ctr">
              <a:buNone/>
              <a:defRPr sz="600"/>
            </a:lvl2pPr>
            <a:lvl3pPr marL="274320" indent="0" algn="ctr">
              <a:buNone/>
              <a:defRPr sz="540"/>
            </a:lvl3pPr>
            <a:lvl4pPr marL="411480" indent="0" algn="ctr">
              <a:buNone/>
              <a:defRPr sz="480"/>
            </a:lvl4pPr>
            <a:lvl5pPr marL="548640" indent="0" algn="ctr">
              <a:buNone/>
              <a:defRPr sz="480"/>
            </a:lvl5pPr>
            <a:lvl6pPr marL="685800" indent="0" algn="ctr">
              <a:buNone/>
              <a:defRPr sz="480"/>
            </a:lvl6pPr>
            <a:lvl7pPr marL="822960" indent="0" algn="ctr">
              <a:buNone/>
              <a:defRPr sz="480"/>
            </a:lvl7pPr>
            <a:lvl8pPr marL="960120" indent="0" algn="ctr">
              <a:buNone/>
              <a:defRPr sz="480"/>
            </a:lvl8pPr>
            <a:lvl9pPr marL="1097280" indent="0" algn="ctr">
              <a:buNone/>
              <a:defRPr sz="4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5/21/2024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474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5/21/2024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270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166" y="683896"/>
            <a:ext cx="2366010" cy="1141095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7166" y="1835786"/>
            <a:ext cx="2366010" cy="600075"/>
          </a:xfrm>
        </p:spPr>
        <p:txBody>
          <a:bodyPr/>
          <a:lstStyle>
            <a:lvl1pPr marL="0" indent="0">
              <a:buNone/>
              <a:defRPr sz="720">
                <a:solidFill>
                  <a:schemeClr val="tx1"/>
                </a:solidFill>
              </a:defRPr>
            </a:lvl1pPr>
            <a:lvl2pPr marL="137160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2pPr>
            <a:lvl3pPr marL="274320" indent="0">
              <a:buNone/>
              <a:defRPr sz="540">
                <a:solidFill>
                  <a:schemeClr val="tx1">
                    <a:tint val="75000"/>
                  </a:schemeClr>
                </a:solidFill>
              </a:defRPr>
            </a:lvl3pPr>
            <a:lvl4pPr marL="411480" indent="0">
              <a:buNone/>
              <a:defRPr sz="480">
                <a:solidFill>
                  <a:schemeClr val="tx1">
                    <a:tint val="75000"/>
                  </a:schemeClr>
                </a:solidFill>
              </a:defRPr>
            </a:lvl4pPr>
            <a:lvl5pPr marL="548640" indent="0">
              <a:buNone/>
              <a:defRPr sz="480">
                <a:solidFill>
                  <a:schemeClr val="tx1">
                    <a:tint val="75000"/>
                  </a:schemeClr>
                </a:solidFill>
              </a:defRPr>
            </a:lvl5pPr>
            <a:lvl6pPr marL="685800" indent="0">
              <a:buNone/>
              <a:defRPr sz="480">
                <a:solidFill>
                  <a:schemeClr val="tx1">
                    <a:tint val="75000"/>
                  </a:schemeClr>
                </a:solidFill>
              </a:defRPr>
            </a:lvl6pPr>
            <a:lvl7pPr marL="822960" indent="0">
              <a:buNone/>
              <a:defRPr sz="480">
                <a:solidFill>
                  <a:schemeClr val="tx1">
                    <a:tint val="75000"/>
                  </a:schemeClr>
                </a:solidFill>
              </a:defRPr>
            </a:lvl7pPr>
            <a:lvl8pPr marL="960120" indent="0">
              <a:buNone/>
              <a:defRPr sz="480">
                <a:solidFill>
                  <a:schemeClr val="tx1">
                    <a:tint val="75000"/>
                  </a:schemeClr>
                </a:solidFill>
              </a:defRPr>
            </a:lvl8pPr>
            <a:lvl9pPr marL="1097280" indent="0">
              <a:buNone/>
              <a:defRPr sz="4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5/21/2024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553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8595" y="730250"/>
            <a:ext cx="1165860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88745" y="730250"/>
            <a:ext cx="1165860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5/21/2024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36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" y="146051"/>
            <a:ext cx="2366010" cy="5302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953" y="672465"/>
            <a:ext cx="1160502" cy="329565"/>
          </a:xfrm>
        </p:spPr>
        <p:txBody>
          <a:bodyPr anchor="b"/>
          <a:lstStyle>
            <a:lvl1pPr marL="0" indent="0">
              <a:buNone/>
              <a:defRPr sz="720" b="1"/>
            </a:lvl1pPr>
            <a:lvl2pPr marL="137160" indent="0">
              <a:buNone/>
              <a:defRPr sz="600" b="1"/>
            </a:lvl2pPr>
            <a:lvl3pPr marL="274320" indent="0">
              <a:buNone/>
              <a:defRPr sz="540" b="1"/>
            </a:lvl3pPr>
            <a:lvl4pPr marL="411480" indent="0">
              <a:buNone/>
              <a:defRPr sz="480" b="1"/>
            </a:lvl4pPr>
            <a:lvl5pPr marL="548640" indent="0">
              <a:buNone/>
              <a:defRPr sz="480" b="1"/>
            </a:lvl5pPr>
            <a:lvl6pPr marL="685800" indent="0">
              <a:buNone/>
              <a:defRPr sz="480" b="1"/>
            </a:lvl6pPr>
            <a:lvl7pPr marL="822960" indent="0">
              <a:buNone/>
              <a:defRPr sz="480" b="1"/>
            </a:lvl7pPr>
            <a:lvl8pPr marL="960120" indent="0">
              <a:buNone/>
              <a:defRPr sz="480" b="1"/>
            </a:lvl8pPr>
            <a:lvl9pPr marL="1097280" indent="0">
              <a:buNone/>
              <a:defRPr sz="4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8953" y="1002030"/>
            <a:ext cx="1160502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88745" y="672465"/>
            <a:ext cx="1166217" cy="329565"/>
          </a:xfrm>
        </p:spPr>
        <p:txBody>
          <a:bodyPr anchor="b"/>
          <a:lstStyle>
            <a:lvl1pPr marL="0" indent="0">
              <a:buNone/>
              <a:defRPr sz="720" b="1"/>
            </a:lvl1pPr>
            <a:lvl2pPr marL="137160" indent="0">
              <a:buNone/>
              <a:defRPr sz="600" b="1"/>
            </a:lvl2pPr>
            <a:lvl3pPr marL="274320" indent="0">
              <a:buNone/>
              <a:defRPr sz="540" b="1"/>
            </a:lvl3pPr>
            <a:lvl4pPr marL="411480" indent="0">
              <a:buNone/>
              <a:defRPr sz="480" b="1"/>
            </a:lvl4pPr>
            <a:lvl5pPr marL="548640" indent="0">
              <a:buNone/>
              <a:defRPr sz="480" b="1"/>
            </a:lvl5pPr>
            <a:lvl6pPr marL="685800" indent="0">
              <a:buNone/>
              <a:defRPr sz="480" b="1"/>
            </a:lvl6pPr>
            <a:lvl7pPr marL="822960" indent="0">
              <a:buNone/>
              <a:defRPr sz="480" b="1"/>
            </a:lvl7pPr>
            <a:lvl8pPr marL="960120" indent="0">
              <a:buNone/>
              <a:defRPr sz="480" b="1"/>
            </a:lvl8pPr>
            <a:lvl9pPr marL="1097280" indent="0">
              <a:buNone/>
              <a:defRPr sz="4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88745" y="1002030"/>
            <a:ext cx="1166217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5/21/2024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341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5/21/2024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608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5/21/2024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632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3" y="182880"/>
            <a:ext cx="884753" cy="640080"/>
          </a:xfrm>
        </p:spPr>
        <p:txBody>
          <a:bodyPr anchor="b"/>
          <a:lstStyle>
            <a:lvl1pPr>
              <a:defRPr sz="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66217" y="394971"/>
            <a:ext cx="1388745" cy="1949450"/>
          </a:xfrm>
        </p:spPr>
        <p:txBody>
          <a:bodyPr/>
          <a:lstStyle>
            <a:lvl1pPr>
              <a:defRPr sz="960"/>
            </a:lvl1pPr>
            <a:lvl2pPr>
              <a:defRPr sz="840"/>
            </a:lvl2pPr>
            <a:lvl3pPr>
              <a:defRPr sz="72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3" y="822960"/>
            <a:ext cx="884753" cy="1524635"/>
          </a:xfrm>
        </p:spPr>
        <p:txBody>
          <a:bodyPr/>
          <a:lstStyle>
            <a:lvl1pPr marL="0" indent="0">
              <a:buNone/>
              <a:defRPr sz="480"/>
            </a:lvl1pPr>
            <a:lvl2pPr marL="137160" indent="0">
              <a:buNone/>
              <a:defRPr sz="420"/>
            </a:lvl2pPr>
            <a:lvl3pPr marL="274320" indent="0">
              <a:buNone/>
              <a:defRPr sz="360"/>
            </a:lvl3pPr>
            <a:lvl4pPr marL="411480" indent="0">
              <a:buNone/>
              <a:defRPr sz="300"/>
            </a:lvl4pPr>
            <a:lvl5pPr marL="548640" indent="0">
              <a:buNone/>
              <a:defRPr sz="300"/>
            </a:lvl5pPr>
            <a:lvl6pPr marL="685800" indent="0">
              <a:buNone/>
              <a:defRPr sz="300"/>
            </a:lvl6pPr>
            <a:lvl7pPr marL="822960" indent="0">
              <a:buNone/>
              <a:defRPr sz="300"/>
            </a:lvl7pPr>
            <a:lvl8pPr marL="960120" indent="0">
              <a:buNone/>
              <a:defRPr sz="300"/>
            </a:lvl8pPr>
            <a:lvl9pPr marL="1097280" indent="0">
              <a:buNone/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5/21/2024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271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3" y="182880"/>
            <a:ext cx="884753" cy="640080"/>
          </a:xfrm>
        </p:spPr>
        <p:txBody>
          <a:bodyPr anchor="b"/>
          <a:lstStyle>
            <a:lvl1pPr>
              <a:defRPr sz="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6217" y="394971"/>
            <a:ext cx="1388745" cy="1949450"/>
          </a:xfrm>
        </p:spPr>
        <p:txBody>
          <a:bodyPr anchor="t"/>
          <a:lstStyle>
            <a:lvl1pPr marL="0" indent="0">
              <a:buNone/>
              <a:defRPr sz="960"/>
            </a:lvl1pPr>
            <a:lvl2pPr marL="137160" indent="0">
              <a:buNone/>
              <a:defRPr sz="840"/>
            </a:lvl2pPr>
            <a:lvl3pPr marL="274320" indent="0">
              <a:buNone/>
              <a:defRPr sz="720"/>
            </a:lvl3pPr>
            <a:lvl4pPr marL="411480" indent="0">
              <a:buNone/>
              <a:defRPr sz="600"/>
            </a:lvl4pPr>
            <a:lvl5pPr marL="548640" indent="0">
              <a:buNone/>
              <a:defRPr sz="600"/>
            </a:lvl5pPr>
            <a:lvl6pPr marL="685800" indent="0">
              <a:buNone/>
              <a:defRPr sz="600"/>
            </a:lvl6pPr>
            <a:lvl7pPr marL="822960" indent="0">
              <a:buNone/>
              <a:defRPr sz="600"/>
            </a:lvl7pPr>
            <a:lvl8pPr marL="960120" indent="0">
              <a:buNone/>
              <a:defRPr sz="600"/>
            </a:lvl8pPr>
            <a:lvl9pPr marL="1097280" indent="0">
              <a:buNone/>
              <a:defRPr sz="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3" y="822960"/>
            <a:ext cx="884753" cy="1524635"/>
          </a:xfrm>
        </p:spPr>
        <p:txBody>
          <a:bodyPr/>
          <a:lstStyle>
            <a:lvl1pPr marL="0" indent="0">
              <a:buNone/>
              <a:defRPr sz="480"/>
            </a:lvl1pPr>
            <a:lvl2pPr marL="137160" indent="0">
              <a:buNone/>
              <a:defRPr sz="420"/>
            </a:lvl2pPr>
            <a:lvl3pPr marL="274320" indent="0">
              <a:buNone/>
              <a:defRPr sz="360"/>
            </a:lvl3pPr>
            <a:lvl4pPr marL="411480" indent="0">
              <a:buNone/>
              <a:defRPr sz="300"/>
            </a:lvl4pPr>
            <a:lvl5pPr marL="548640" indent="0">
              <a:buNone/>
              <a:defRPr sz="300"/>
            </a:lvl5pPr>
            <a:lvl6pPr marL="685800" indent="0">
              <a:buNone/>
              <a:defRPr sz="300"/>
            </a:lvl6pPr>
            <a:lvl7pPr marL="822960" indent="0">
              <a:buNone/>
              <a:defRPr sz="300"/>
            </a:lvl7pPr>
            <a:lvl8pPr marL="960120" indent="0">
              <a:buNone/>
              <a:defRPr sz="300"/>
            </a:lvl8pPr>
            <a:lvl9pPr marL="1097280" indent="0">
              <a:buNone/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5/21/2024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9798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5/21/2024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63102" y="146050"/>
            <a:ext cx="591503" cy="2324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88595" y="146050"/>
            <a:ext cx="1740218" cy="23247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5/21/2024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8308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8595" y="146051"/>
            <a:ext cx="2366010" cy="530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595" y="730250"/>
            <a:ext cx="2366010" cy="17405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88595" y="2542541"/>
            <a:ext cx="61722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EBFF9-250A-4D6B-B7B3-3F1E7C2640FE}" type="datetimeFigureOut">
              <a:rPr lang="en-US" smtClean="0"/>
              <a:t>5/21/2024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08685" y="2542541"/>
            <a:ext cx="92583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37385" y="2542541"/>
            <a:ext cx="61722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284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74320" rtl="0" eaLnBrk="1" latinLnBrk="0" hangingPunct="1">
        <a:lnSpc>
          <a:spcPct val="90000"/>
        </a:lnSpc>
        <a:spcBef>
          <a:spcPct val="0"/>
        </a:spcBef>
        <a:buNone/>
        <a:defRPr sz="13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27432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0574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3pPr>
      <a:lvl4pPr marL="48006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4pPr>
      <a:lvl5pPr marL="61722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5pPr>
      <a:lvl6pPr marL="75438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2000">
              <a:schemeClr val="accent5"/>
            </a:gs>
            <a:gs pos="0">
              <a:schemeClr val="accent4">
                <a:lumMod val="0"/>
                <a:lumOff val="100000"/>
              </a:schemeClr>
            </a:gs>
            <a:gs pos="100000">
              <a:schemeClr val="tx2">
                <a:lumMod val="5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Folded Corner 17">
            <a:extLst>
              <a:ext uri="{FF2B5EF4-FFF2-40B4-BE49-F238E27FC236}">
                <a16:creationId xmlns:a16="http://schemas.microsoft.com/office/drawing/2014/main" id="{01678692-3754-FEEA-7C6B-BD8B67F32234}"/>
              </a:ext>
            </a:extLst>
          </p:cNvPr>
          <p:cNvSpPr/>
          <p:nvPr/>
        </p:nvSpPr>
        <p:spPr>
          <a:xfrm rot="10800000" flipH="1">
            <a:off x="341591" y="959157"/>
            <a:ext cx="606474" cy="802813"/>
          </a:xfrm>
          <a:prstGeom prst="foldedCorner">
            <a:avLst>
              <a:gd name="adj" fmla="val 41988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F85668A9-32D2-7167-C325-F9ECECCE9C32}"/>
              </a:ext>
            </a:extLst>
          </p:cNvPr>
          <p:cNvSpPr/>
          <p:nvPr/>
        </p:nvSpPr>
        <p:spPr>
          <a:xfrm rot="10800000" flipH="1">
            <a:off x="251316" y="1008906"/>
            <a:ext cx="606474" cy="802813"/>
          </a:xfrm>
          <a:prstGeom prst="foldedCorner">
            <a:avLst>
              <a:gd name="adj" fmla="val 41988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0193A0-20E5-EE78-85FC-F72CC286E722}"/>
              </a:ext>
            </a:extLst>
          </p:cNvPr>
          <p:cNvSpPr txBox="1"/>
          <p:nvPr/>
        </p:nvSpPr>
        <p:spPr>
          <a:xfrm>
            <a:off x="-37283" y="2166424"/>
            <a:ext cx="26532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rgbClr val="C55A11"/>
                </a:solidFill>
                <a:latin typeface="Lucida Sans Typewriter" panose="020B0509030504030204" pitchFamily="49" charset="0"/>
              </a:rPr>
              <a:t> Connector</a:t>
            </a:r>
          </a:p>
        </p:txBody>
      </p:sp>
      <p:sp>
        <p:nvSpPr>
          <p:cNvPr id="27" name="Rectangle: Folded Corner 26">
            <a:extLst>
              <a:ext uri="{FF2B5EF4-FFF2-40B4-BE49-F238E27FC236}">
                <a16:creationId xmlns:a16="http://schemas.microsoft.com/office/drawing/2014/main" id="{DF8DF1B3-0D25-6509-B36B-BE3B82F70C04}"/>
              </a:ext>
            </a:extLst>
          </p:cNvPr>
          <p:cNvSpPr/>
          <p:nvPr/>
        </p:nvSpPr>
        <p:spPr>
          <a:xfrm rot="10800000" flipH="1">
            <a:off x="125615" y="1059279"/>
            <a:ext cx="606474" cy="802813"/>
          </a:xfrm>
          <a:prstGeom prst="foldedCorner">
            <a:avLst>
              <a:gd name="adj" fmla="val 41988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EE7CD5E-51D7-7281-EDF9-9423DDACDF37}"/>
              </a:ext>
            </a:extLst>
          </p:cNvPr>
          <p:cNvGrpSpPr/>
          <p:nvPr/>
        </p:nvGrpSpPr>
        <p:grpSpPr>
          <a:xfrm>
            <a:off x="1709554" y="820624"/>
            <a:ext cx="906453" cy="1118737"/>
            <a:chOff x="3056554" y="3795139"/>
            <a:chExt cx="532532" cy="657247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D6CC072-0471-A6D6-8016-D6CF7BFE820D}"/>
                </a:ext>
              </a:extLst>
            </p:cNvPr>
            <p:cNvSpPr/>
            <p:nvPr/>
          </p:nvSpPr>
          <p:spPr>
            <a:xfrm>
              <a:off x="3056554" y="3795139"/>
              <a:ext cx="532532" cy="657247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97D5E48-094C-99F5-9235-7E505C595229}"/>
                </a:ext>
              </a:extLst>
            </p:cNvPr>
            <p:cNvSpPr/>
            <p:nvPr/>
          </p:nvSpPr>
          <p:spPr>
            <a:xfrm>
              <a:off x="3176694" y="4109554"/>
              <a:ext cx="292251" cy="85247"/>
            </a:xfrm>
            <a:custGeom>
              <a:avLst/>
              <a:gdLst>
                <a:gd name="connsiteX0" fmla="*/ 159410 w 292251"/>
                <a:gd name="connsiteY0" fmla="*/ 28416 h 85247"/>
                <a:gd name="connsiteX1" fmla="*/ 159410 w 292251"/>
                <a:gd name="connsiteY1" fmla="*/ 0 h 85247"/>
                <a:gd name="connsiteX2" fmla="*/ 132841 w 292251"/>
                <a:gd name="connsiteY2" fmla="*/ 0 h 85247"/>
                <a:gd name="connsiteX3" fmla="*/ 132841 w 292251"/>
                <a:gd name="connsiteY3" fmla="*/ 28416 h 85247"/>
                <a:gd name="connsiteX4" fmla="*/ 0 w 292251"/>
                <a:gd name="connsiteY4" fmla="*/ 28416 h 85247"/>
                <a:gd name="connsiteX5" fmla="*/ 0 w 292251"/>
                <a:gd name="connsiteY5" fmla="*/ 85247 h 85247"/>
                <a:gd name="connsiteX6" fmla="*/ 26568 w 292251"/>
                <a:gd name="connsiteY6" fmla="*/ 85247 h 85247"/>
                <a:gd name="connsiteX7" fmla="*/ 26568 w 292251"/>
                <a:gd name="connsiteY7" fmla="*/ 56832 h 85247"/>
                <a:gd name="connsiteX8" fmla="*/ 265683 w 292251"/>
                <a:gd name="connsiteY8" fmla="*/ 56832 h 85247"/>
                <a:gd name="connsiteX9" fmla="*/ 265683 w 292251"/>
                <a:gd name="connsiteY9" fmla="*/ 85247 h 85247"/>
                <a:gd name="connsiteX10" fmla="*/ 292251 w 292251"/>
                <a:gd name="connsiteY10" fmla="*/ 85247 h 85247"/>
                <a:gd name="connsiteX11" fmla="*/ 292251 w 292251"/>
                <a:gd name="connsiteY11" fmla="*/ 28416 h 85247"/>
                <a:gd name="connsiteX12" fmla="*/ 159410 w 292251"/>
                <a:gd name="connsiteY12" fmla="*/ 28416 h 85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2251" h="85247">
                  <a:moveTo>
                    <a:pt x="159410" y="28416"/>
                  </a:moveTo>
                  <a:lnTo>
                    <a:pt x="159410" y="0"/>
                  </a:lnTo>
                  <a:lnTo>
                    <a:pt x="132841" y="0"/>
                  </a:lnTo>
                  <a:lnTo>
                    <a:pt x="132841" y="28416"/>
                  </a:lnTo>
                  <a:lnTo>
                    <a:pt x="0" y="28416"/>
                  </a:lnTo>
                  <a:lnTo>
                    <a:pt x="0" y="85247"/>
                  </a:lnTo>
                  <a:lnTo>
                    <a:pt x="26568" y="85247"/>
                  </a:lnTo>
                  <a:lnTo>
                    <a:pt x="26568" y="56832"/>
                  </a:lnTo>
                  <a:lnTo>
                    <a:pt x="265683" y="56832"/>
                  </a:lnTo>
                  <a:lnTo>
                    <a:pt x="265683" y="85247"/>
                  </a:lnTo>
                  <a:lnTo>
                    <a:pt x="292251" y="85247"/>
                  </a:lnTo>
                  <a:lnTo>
                    <a:pt x="292251" y="28416"/>
                  </a:lnTo>
                  <a:lnTo>
                    <a:pt x="159410" y="28416"/>
                  </a:lnTo>
                  <a:close/>
                </a:path>
              </a:pathLst>
            </a:custGeom>
            <a:solidFill>
              <a:srgbClr val="FFFFFF"/>
            </a:solidFill>
            <a:ln w="2633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4CF7C04-CC89-788D-63E2-7BD2481FABD0}"/>
                </a:ext>
              </a:extLst>
            </p:cNvPr>
            <p:cNvSpPr/>
            <p:nvPr/>
          </p:nvSpPr>
          <p:spPr>
            <a:xfrm>
              <a:off x="3205785" y="3887003"/>
              <a:ext cx="228235" cy="190478"/>
            </a:xfrm>
            <a:prstGeom prst="rect">
              <a:avLst/>
            </a:prstGeom>
            <a:solidFill>
              <a:srgbClr val="4CADD4"/>
            </a:solidFill>
            <a:ln w="28575">
              <a:solidFill>
                <a:srgbClr val="3373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204BDCF5-A325-EC83-4DA4-9195B9FC50CE}"/>
                </a:ext>
              </a:extLst>
            </p:cNvPr>
            <p:cNvCxnSpPr>
              <a:cxnSpLocks/>
              <a:stCxn id="13" idx="2"/>
              <a:endCxn id="16" idx="0"/>
            </p:cNvCxnSpPr>
            <p:nvPr/>
          </p:nvCxnSpPr>
          <p:spPr>
            <a:xfrm rot="5400000">
              <a:off x="3194094" y="4082562"/>
              <a:ext cx="130890" cy="120729"/>
            </a:xfrm>
            <a:prstGeom prst="bentConnector3">
              <a:avLst/>
            </a:prstGeom>
            <a:ln w="28575">
              <a:solidFill>
                <a:srgbClr val="54545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66FEAA45-8090-7E68-DA1E-294F3620A719}"/>
                </a:ext>
              </a:extLst>
            </p:cNvPr>
            <p:cNvCxnSpPr>
              <a:cxnSpLocks/>
              <a:stCxn id="13" idx="2"/>
              <a:endCxn id="17" idx="0"/>
            </p:cNvCxnSpPr>
            <p:nvPr/>
          </p:nvCxnSpPr>
          <p:spPr>
            <a:xfrm rot="16200000" flipH="1">
              <a:off x="3319027" y="4078357"/>
              <a:ext cx="131263" cy="129510"/>
            </a:xfrm>
            <a:prstGeom prst="bentConnector3">
              <a:avLst/>
            </a:prstGeom>
            <a:ln w="28575">
              <a:solidFill>
                <a:srgbClr val="54545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8C525D6-B644-AC29-9048-E826ED8F57A9}"/>
                </a:ext>
              </a:extLst>
            </p:cNvPr>
            <p:cNvSpPr/>
            <p:nvPr/>
          </p:nvSpPr>
          <p:spPr>
            <a:xfrm>
              <a:off x="3112631" y="4208371"/>
              <a:ext cx="173086" cy="142051"/>
            </a:xfrm>
            <a:prstGeom prst="rect">
              <a:avLst/>
            </a:prstGeom>
            <a:solidFill>
              <a:srgbClr val="FD9962"/>
            </a:solidFill>
            <a:ln w="28575">
              <a:solidFill>
                <a:srgbClr val="AD353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FE3C9E1-41FB-2CCD-9565-446106EBF062}"/>
                </a:ext>
              </a:extLst>
            </p:cNvPr>
            <p:cNvSpPr/>
            <p:nvPr/>
          </p:nvSpPr>
          <p:spPr>
            <a:xfrm>
              <a:off x="3362870" y="4208744"/>
              <a:ext cx="173086" cy="142051"/>
            </a:xfrm>
            <a:prstGeom prst="rect">
              <a:avLst/>
            </a:prstGeom>
            <a:solidFill>
              <a:srgbClr val="FD9962"/>
            </a:solidFill>
            <a:ln w="28575">
              <a:solidFill>
                <a:srgbClr val="AD353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7" name="Arrow: Right 6">
            <a:extLst>
              <a:ext uri="{FF2B5EF4-FFF2-40B4-BE49-F238E27FC236}">
                <a16:creationId xmlns:a16="http://schemas.microsoft.com/office/drawing/2014/main" id="{7A093EE1-906D-CED0-F0CA-ABBE80043710}"/>
              </a:ext>
            </a:extLst>
          </p:cNvPr>
          <p:cNvSpPr/>
          <p:nvPr/>
        </p:nvSpPr>
        <p:spPr>
          <a:xfrm>
            <a:off x="911822" y="1099551"/>
            <a:ext cx="846250" cy="662419"/>
          </a:xfrm>
          <a:prstGeom prst="rightArrow">
            <a:avLst>
              <a:gd name="adj1" fmla="val 54249"/>
              <a:gd name="adj2" fmla="val 57182"/>
            </a:avLst>
          </a:prstGeom>
          <a:solidFill>
            <a:schemeClr val="bg1"/>
          </a:solidFill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0F99FF-6A97-633B-F263-6CBF7595DB83}"/>
              </a:ext>
            </a:extLst>
          </p:cNvPr>
          <p:cNvSpPr txBox="1"/>
          <p:nvPr/>
        </p:nvSpPr>
        <p:spPr>
          <a:xfrm>
            <a:off x="85130" y="1850296"/>
            <a:ext cx="15792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3600" b="1" dirty="0">
                <a:solidFill>
                  <a:schemeClr val="bg1"/>
                </a:solidFill>
                <a:latin typeface="Lucida Sans Typewriter" panose="020B0509030504030204" pitchFamily="49" charset="0"/>
              </a:rPr>
              <a:t>SysML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268278-3D16-6CD3-7C25-F821A41103D3}"/>
              </a:ext>
            </a:extLst>
          </p:cNvPr>
          <p:cNvSpPr/>
          <p:nvPr/>
        </p:nvSpPr>
        <p:spPr>
          <a:xfrm>
            <a:off x="52389" y="1360564"/>
            <a:ext cx="753842" cy="3439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ysClr val="windowText" lastClr="000000"/>
                </a:solidFill>
                <a:latin typeface="Lucida Sans Typewriter" panose="020B0509030504030204" pitchFamily="49" charset="0"/>
              </a:rPr>
              <a:t>XMI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AA8629A-4491-D68D-0764-583A854EDA97}"/>
              </a:ext>
            </a:extLst>
          </p:cNvPr>
          <p:cNvSpPr txBox="1"/>
          <p:nvPr/>
        </p:nvSpPr>
        <p:spPr>
          <a:xfrm>
            <a:off x="-26690" y="-30778"/>
            <a:ext cx="16658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System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D6A2CC-5DFF-6A90-BE47-6DAEF04917C0}"/>
              </a:ext>
            </a:extLst>
          </p:cNvPr>
          <p:cNvSpPr txBox="1"/>
          <p:nvPr/>
        </p:nvSpPr>
        <p:spPr>
          <a:xfrm>
            <a:off x="456440" y="286974"/>
            <a:ext cx="2159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Composer</a:t>
            </a:r>
          </a:p>
        </p:txBody>
      </p:sp>
    </p:spTree>
    <p:extLst>
      <p:ext uri="{BB962C8B-B14F-4D97-AF65-F5344CB8AC3E}">
        <p14:creationId xmlns:p14="http://schemas.microsoft.com/office/powerpoint/2010/main" val="98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2000">
              <a:srgbClr val="4B4B4B"/>
            </a:gs>
            <a:gs pos="0">
              <a:schemeClr val="accent4">
                <a:lumMod val="0"/>
                <a:lumOff val="100000"/>
              </a:schemeClr>
            </a:gs>
            <a:gs pos="100000">
              <a:schemeClr val="tx1"/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Folded Corner 26">
            <a:extLst>
              <a:ext uri="{FF2B5EF4-FFF2-40B4-BE49-F238E27FC236}">
                <a16:creationId xmlns:a16="http://schemas.microsoft.com/office/drawing/2014/main" id="{DF8DF1B3-0D25-6509-B36B-BE3B82F70C04}"/>
              </a:ext>
            </a:extLst>
          </p:cNvPr>
          <p:cNvSpPr/>
          <p:nvPr/>
        </p:nvSpPr>
        <p:spPr>
          <a:xfrm rot="10800000" flipH="1">
            <a:off x="125615" y="1054521"/>
            <a:ext cx="606474" cy="802813"/>
          </a:xfrm>
          <a:prstGeom prst="foldedCorner">
            <a:avLst>
              <a:gd name="adj" fmla="val 41988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EE7CD5E-51D7-7281-EDF9-9423DDACDF37}"/>
              </a:ext>
            </a:extLst>
          </p:cNvPr>
          <p:cNvGrpSpPr/>
          <p:nvPr/>
        </p:nvGrpSpPr>
        <p:grpSpPr>
          <a:xfrm>
            <a:off x="1709554" y="820624"/>
            <a:ext cx="906453" cy="1118737"/>
            <a:chOff x="3056554" y="3795139"/>
            <a:chExt cx="532532" cy="657247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D6CC072-0471-A6D6-8016-D6CF7BFE820D}"/>
                </a:ext>
              </a:extLst>
            </p:cNvPr>
            <p:cNvSpPr/>
            <p:nvPr/>
          </p:nvSpPr>
          <p:spPr>
            <a:xfrm>
              <a:off x="3056554" y="3795139"/>
              <a:ext cx="532532" cy="657247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97D5E48-094C-99F5-9235-7E505C595229}"/>
                </a:ext>
              </a:extLst>
            </p:cNvPr>
            <p:cNvSpPr/>
            <p:nvPr/>
          </p:nvSpPr>
          <p:spPr>
            <a:xfrm>
              <a:off x="3176694" y="4109554"/>
              <a:ext cx="292251" cy="85247"/>
            </a:xfrm>
            <a:custGeom>
              <a:avLst/>
              <a:gdLst>
                <a:gd name="connsiteX0" fmla="*/ 159410 w 292251"/>
                <a:gd name="connsiteY0" fmla="*/ 28416 h 85247"/>
                <a:gd name="connsiteX1" fmla="*/ 159410 w 292251"/>
                <a:gd name="connsiteY1" fmla="*/ 0 h 85247"/>
                <a:gd name="connsiteX2" fmla="*/ 132841 w 292251"/>
                <a:gd name="connsiteY2" fmla="*/ 0 h 85247"/>
                <a:gd name="connsiteX3" fmla="*/ 132841 w 292251"/>
                <a:gd name="connsiteY3" fmla="*/ 28416 h 85247"/>
                <a:gd name="connsiteX4" fmla="*/ 0 w 292251"/>
                <a:gd name="connsiteY4" fmla="*/ 28416 h 85247"/>
                <a:gd name="connsiteX5" fmla="*/ 0 w 292251"/>
                <a:gd name="connsiteY5" fmla="*/ 85247 h 85247"/>
                <a:gd name="connsiteX6" fmla="*/ 26568 w 292251"/>
                <a:gd name="connsiteY6" fmla="*/ 85247 h 85247"/>
                <a:gd name="connsiteX7" fmla="*/ 26568 w 292251"/>
                <a:gd name="connsiteY7" fmla="*/ 56832 h 85247"/>
                <a:gd name="connsiteX8" fmla="*/ 265683 w 292251"/>
                <a:gd name="connsiteY8" fmla="*/ 56832 h 85247"/>
                <a:gd name="connsiteX9" fmla="*/ 265683 w 292251"/>
                <a:gd name="connsiteY9" fmla="*/ 85247 h 85247"/>
                <a:gd name="connsiteX10" fmla="*/ 292251 w 292251"/>
                <a:gd name="connsiteY10" fmla="*/ 85247 h 85247"/>
                <a:gd name="connsiteX11" fmla="*/ 292251 w 292251"/>
                <a:gd name="connsiteY11" fmla="*/ 28416 h 85247"/>
                <a:gd name="connsiteX12" fmla="*/ 159410 w 292251"/>
                <a:gd name="connsiteY12" fmla="*/ 28416 h 85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2251" h="85247">
                  <a:moveTo>
                    <a:pt x="159410" y="28416"/>
                  </a:moveTo>
                  <a:lnTo>
                    <a:pt x="159410" y="0"/>
                  </a:lnTo>
                  <a:lnTo>
                    <a:pt x="132841" y="0"/>
                  </a:lnTo>
                  <a:lnTo>
                    <a:pt x="132841" y="28416"/>
                  </a:lnTo>
                  <a:lnTo>
                    <a:pt x="0" y="28416"/>
                  </a:lnTo>
                  <a:lnTo>
                    <a:pt x="0" y="85247"/>
                  </a:lnTo>
                  <a:lnTo>
                    <a:pt x="26568" y="85247"/>
                  </a:lnTo>
                  <a:lnTo>
                    <a:pt x="26568" y="56832"/>
                  </a:lnTo>
                  <a:lnTo>
                    <a:pt x="265683" y="56832"/>
                  </a:lnTo>
                  <a:lnTo>
                    <a:pt x="265683" y="85247"/>
                  </a:lnTo>
                  <a:lnTo>
                    <a:pt x="292251" y="85247"/>
                  </a:lnTo>
                  <a:lnTo>
                    <a:pt x="292251" y="28416"/>
                  </a:lnTo>
                  <a:lnTo>
                    <a:pt x="159410" y="28416"/>
                  </a:lnTo>
                  <a:close/>
                </a:path>
              </a:pathLst>
            </a:custGeom>
            <a:solidFill>
              <a:srgbClr val="FFFFFF"/>
            </a:solidFill>
            <a:ln w="2633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4CF7C04-CC89-788D-63E2-7BD2481FABD0}"/>
                </a:ext>
              </a:extLst>
            </p:cNvPr>
            <p:cNvSpPr/>
            <p:nvPr/>
          </p:nvSpPr>
          <p:spPr>
            <a:xfrm>
              <a:off x="3205785" y="3887003"/>
              <a:ext cx="228235" cy="190478"/>
            </a:xfrm>
            <a:prstGeom prst="rect">
              <a:avLst/>
            </a:prstGeom>
            <a:solidFill>
              <a:srgbClr val="4CADD4"/>
            </a:solidFill>
            <a:ln w="28575">
              <a:solidFill>
                <a:srgbClr val="3373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204BDCF5-A325-EC83-4DA4-9195B9FC50CE}"/>
                </a:ext>
              </a:extLst>
            </p:cNvPr>
            <p:cNvCxnSpPr>
              <a:cxnSpLocks/>
              <a:stCxn id="13" idx="2"/>
              <a:endCxn id="16" idx="0"/>
            </p:cNvCxnSpPr>
            <p:nvPr/>
          </p:nvCxnSpPr>
          <p:spPr>
            <a:xfrm rot="5400000">
              <a:off x="3194094" y="4082562"/>
              <a:ext cx="130890" cy="120729"/>
            </a:xfrm>
            <a:prstGeom prst="bentConnector3">
              <a:avLst/>
            </a:prstGeom>
            <a:ln w="28575">
              <a:solidFill>
                <a:srgbClr val="54545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66FEAA45-8090-7E68-DA1E-294F3620A719}"/>
                </a:ext>
              </a:extLst>
            </p:cNvPr>
            <p:cNvCxnSpPr>
              <a:cxnSpLocks/>
              <a:stCxn id="13" idx="2"/>
              <a:endCxn id="17" idx="0"/>
            </p:cNvCxnSpPr>
            <p:nvPr/>
          </p:nvCxnSpPr>
          <p:spPr>
            <a:xfrm rot="16200000" flipH="1">
              <a:off x="3319027" y="4078357"/>
              <a:ext cx="131263" cy="129510"/>
            </a:xfrm>
            <a:prstGeom prst="bentConnector3">
              <a:avLst/>
            </a:prstGeom>
            <a:ln w="28575">
              <a:solidFill>
                <a:srgbClr val="54545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8C525D6-B644-AC29-9048-E826ED8F57A9}"/>
                </a:ext>
              </a:extLst>
            </p:cNvPr>
            <p:cNvSpPr/>
            <p:nvPr/>
          </p:nvSpPr>
          <p:spPr>
            <a:xfrm>
              <a:off x="3112631" y="4208371"/>
              <a:ext cx="173086" cy="142051"/>
            </a:xfrm>
            <a:prstGeom prst="rect">
              <a:avLst/>
            </a:prstGeom>
            <a:solidFill>
              <a:srgbClr val="FD9962"/>
            </a:solidFill>
            <a:ln w="28575">
              <a:solidFill>
                <a:srgbClr val="AD353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FE3C9E1-41FB-2CCD-9565-446106EBF062}"/>
                </a:ext>
              </a:extLst>
            </p:cNvPr>
            <p:cNvSpPr/>
            <p:nvPr/>
          </p:nvSpPr>
          <p:spPr>
            <a:xfrm>
              <a:off x="3362870" y="4208744"/>
              <a:ext cx="173086" cy="142051"/>
            </a:xfrm>
            <a:prstGeom prst="rect">
              <a:avLst/>
            </a:prstGeom>
            <a:solidFill>
              <a:srgbClr val="FD9962"/>
            </a:solidFill>
            <a:ln w="28575">
              <a:solidFill>
                <a:srgbClr val="AD353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7" name="Arrow: Right 6">
            <a:extLst>
              <a:ext uri="{FF2B5EF4-FFF2-40B4-BE49-F238E27FC236}">
                <a16:creationId xmlns:a16="http://schemas.microsoft.com/office/drawing/2014/main" id="{7A093EE1-906D-CED0-F0CA-ABBE80043710}"/>
              </a:ext>
            </a:extLst>
          </p:cNvPr>
          <p:cNvSpPr/>
          <p:nvPr/>
        </p:nvSpPr>
        <p:spPr>
          <a:xfrm>
            <a:off x="886308" y="1054522"/>
            <a:ext cx="847673" cy="795774"/>
          </a:xfrm>
          <a:prstGeom prst="rightArrow">
            <a:avLst>
              <a:gd name="adj1" fmla="val 54249"/>
              <a:gd name="adj2" fmla="val 50000"/>
            </a:avLst>
          </a:prstGeom>
          <a:solidFill>
            <a:schemeClr val="tx1"/>
          </a:solidFill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0F99FF-6A97-633B-F263-6CBF7595DB83}"/>
              </a:ext>
            </a:extLst>
          </p:cNvPr>
          <p:cNvSpPr txBox="1"/>
          <p:nvPr/>
        </p:nvSpPr>
        <p:spPr>
          <a:xfrm>
            <a:off x="154368" y="1835259"/>
            <a:ext cx="15792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36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S </a:t>
            </a:r>
            <a:r>
              <a:rPr lang="en-US" sz="3600" dirty="0" err="1">
                <a:solidFill>
                  <a:schemeClr val="bg1"/>
                </a:solidFill>
                <a:latin typeface="Lucida Sans Typewriter" panose="020B0509030504030204" pitchFamily="49" charset="0"/>
              </a:rPr>
              <a:t>sML</a:t>
            </a:r>
            <a:endParaRPr lang="en-US" sz="3600" dirty="0">
              <a:solidFill>
                <a:schemeClr val="bg1"/>
              </a:solidFill>
              <a:latin typeface="Lucida Sans Typewriter" panose="020B05090305040302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0193A0-20E5-EE78-85FC-F72CC286E722}"/>
              </a:ext>
            </a:extLst>
          </p:cNvPr>
          <p:cNvSpPr txBox="1"/>
          <p:nvPr/>
        </p:nvSpPr>
        <p:spPr>
          <a:xfrm>
            <a:off x="436914" y="2168672"/>
            <a:ext cx="2159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 </a:t>
            </a:r>
            <a:r>
              <a:rPr lang="en-US" sz="3200" dirty="0" err="1">
                <a:solidFill>
                  <a:schemeClr val="bg1"/>
                </a:solidFill>
                <a:latin typeface="Lucida Sans Typewriter" panose="020B0509030504030204" pitchFamily="49" charset="0"/>
              </a:rPr>
              <a:t>mporter</a:t>
            </a:r>
            <a:endParaRPr lang="en-US" sz="3200" dirty="0">
              <a:solidFill>
                <a:schemeClr val="bg1"/>
              </a:solidFill>
              <a:latin typeface="Lucida Sans Typewriter" panose="020B05090305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268278-3D16-6CD3-7C25-F821A41103D3}"/>
              </a:ext>
            </a:extLst>
          </p:cNvPr>
          <p:cNvSpPr/>
          <p:nvPr/>
        </p:nvSpPr>
        <p:spPr>
          <a:xfrm>
            <a:off x="52389" y="1355806"/>
            <a:ext cx="753842" cy="3439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ysClr val="windowText" lastClr="000000"/>
                </a:solidFill>
                <a:latin typeface="Lucida Sans Typewriter" panose="020B0509030504030204" pitchFamily="49" charset="0"/>
              </a:rPr>
              <a:t>XMI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F381A10-ECCE-5D80-0017-66A792F9461E}"/>
              </a:ext>
            </a:extLst>
          </p:cNvPr>
          <p:cNvGrpSpPr/>
          <p:nvPr/>
        </p:nvGrpSpPr>
        <p:grpSpPr>
          <a:xfrm>
            <a:off x="571500" y="2158425"/>
            <a:ext cx="217740" cy="456188"/>
            <a:chOff x="571500" y="2158425"/>
            <a:chExt cx="217740" cy="456188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09281B9-D1F3-487E-E655-34B22200D79E}"/>
                </a:ext>
              </a:extLst>
            </p:cNvPr>
            <p:cNvCxnSpPr/>
            <p:nvPr/>
          </p:nvCxnSpPr>
          <p:spPr>
            <a:xfrm>
              <a:off x="685800" y="2331244"/>
              <a:ext cx="0" cy="283369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4B01CBF-0810-56BB-8167-47898A4885A1}"/>
                </a:ext>
              </a:extLst>
            </p:cNvPr>
            <p:cNvCxnSpPr>
              <a:cxnSpLocks/>
            </p:cNvCxnSpPr>
            <p:nvPr/>
          </p:nvCxnSpPr>
          <p:spPr>
            <a:xfrm>
              <a:off x="571500" y="2158618"/>
              <a:ext cx="114300" cy="172626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E7CEA94-4BE9-615F-45D7-4A040797F0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4940" y="2158425"/>
              <a:ext cx="114300" cy="172626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Oval 36">
            <a:extLst>
              <a:ext uri="{FF2B5EF4-FFF2-40B4-BE49-F238E27FC236}">
                <a16:creationId xmlns:a16="http://schemas.microsoft.com/office/drawing/2014/main" id="{4A372F9D-2AF3-7892-19CB-82BEBDC25007}"/>
              </a:ext>
            </a:extLst>
          </p:cNvPr>
          <p:cNvSpPr/>
          <p:nvPr/>
        </p:nvSpPr>
        <p:spPr>
          <a:xfrm>
            <a:off x="507206" y="2095500"/>
            <a:ext cx="130969" cy="130969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5AF2AC5-70D1-CEE9-E1DA-D8C97A08CF7F}"/>
              </a:ext>
            </a:extLst>
          </p:cNvPr>
          <p:cNvSpPr/>
          <p:nvPr/>
        </p:nvSpPr>
        <p:spPr>
          <a:xfrm>
            <a:off x="714553" y="2098064"/>
            <a:ext cx="130969" cy="130969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32EE6E7-9F84-06C1-6F94-D79A111C0B68}"/>
              </a:ext>
            </a:extLst>
          </p:cNvPr>
          <p:cNvSpPr/>
          <p:nvPr/>
        </p:nvSpPr>
        <p:spPr>
          <a:xfrm>
            <a:off x="620315" y="2294353"/>
            <a:ext cx="130969" cy="130969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11AC6F6-3D3F-8B5F-7C47-008AAB24910A}"/>
              </a:ext>
            </a:extLst>
          </p:cNvPr>
          <p:cNvSpPr/>
          <p:nvPr/>
        </p:nvSpPr>
        <p:spPr>
          <a:xfrm>
            <a:off x="620315" y="2546843"/>
            <a:ext cx="130969" cy="130969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AA8629A-4491-D68D-0764-583A854EDA97}"/>
              </a:ext>
            </a:extLst>
          </p:cNvPr>
          <p:cNvSpPr txBox="1"/>
          <p:nvPr/>
        </p:nvSpPr>
        <p:spPr>
          <a:xfrm>
            <a:off x="-26690" y="-30778"/>
            <a:ext cx="16658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System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D6A2CC-5DFF-6A90-BE47-6DAEF04917C0}"/>
              </a:ext>
            </a:extLst>
          </p:cNvPr>
          <p:cNvSpPr txBox="1"/>
          <p:nvPr/>
        </p:nvSpPr>
        <p:spPr>
          <a:xfrm>
            <a:off x="456440" y="286974"/>
            <a:ext cx="2159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Composer</a:t>
            </a:r>
          </a:p>
        </p:txBody>
      </p:sp>
    </p:spTree>
    <p:extLst>
      <p:ext uri="{BB962C8B-B14F-4D97-AF65-F5344CB8AC3E}">
        <p14:creationId xmlns:p14="http://schemas.microsoft.com/office/powerpoint/2010/main" val="577907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493B7A4-1511-1202-09BF-99A7C7C4642E}"/>
              </a:ext>
            </a:extLst>
          </p:cNvPr>
          <p:cNvSpPr/>
          <p:nvPr/>
        </p:nvSpPr>
        <p:spPr>
          <a:xfrm>
            <a:off x="61442" y="65055"/>
            <a:ext cx="2620316" cy="1601105"/>
          </a:xfrm>
          <a:prstGeom prst="roundRect">
            <a:avLst/>
          </a:prstGeom>
          <a:solidFill>
            <a:srgbClr val="4C7DA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Folded Corner 24">
            <a:extLst>
              <a:ext uri="{FF2B5EF4-FFF2-40B4-BE49-F238E27FC236}">
                <a16:creationId xmlns:a16="http://schemas.microsoft.com/office/drawing/2014/main" id="{720DC9B4-D7D7-F1E6-3C8F-2600B122BBCA}"/>
              </a:ext>
            </a:extLst>
          </p:cNvPr>
          <p:cNvSpPr/>
          <p:nvPr/>
        </p:nvSpPr>
        <p:spPr>
          <a:xfrm rot="10800000" flipH="1">
            <a:off x="363311" y="169292"/>
            <a:ext cx="615479" cy="814734"/>
          </a:xfrm>
          <a:prstGeom prst="foldedCorner">
            <a:avLst>
              <a:gd name="adj" fmla="val 41988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Folded Corner 23">
            <a:extLst>
              <a:ext uri="{FF2B5EF4-FFF2-40B4-BE49-F238E27FC236}">
                <a16:creationId xmlns:a16="http://schemas.microsoft.com/office/drawing/2014/main" id="{D366EFE1-9B06-976D-837E-37B5373F47B6}"/>
              </a:ext>
            </a:extLst>
          </p:cNvPr>
          <p:cNvSpPr/>
          <p:nvPr/>
        </p:nvSpPr>
        <p:spPr>
          <a:xfrm rot="10800000" flipH="1">
            <a:off x="276140" y="221438"/>
            <a:ext cx="615479" cy="814734"/>
          </a:xfrm>
          <a:prstGeom prst="foldedCorner">
            <a:avLst>
              <a:gd name="adj" fmla="val 41988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ADEFB4-8FD1-A5BE-305E-864934C952FA}"/>
              </a:ext>
            </a:extLst>
          </p:cNvPr>
          <p:cNvGrpSpPr/>
          <p:nvPr/>
        </p:nvGrpSpPr>
        <p:grpSpPr>
          <a:xfrm>
            <a:off x="1850554" y="281436"/>
            <a:ext cx="659563" cy="814027"/>
            <a:chOff x="3056554" y="3795139"/>
            <a:chExt cx="532532" cy="657247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B8DF9497-EBBC-BF5A-08B7-2D8A6BB6ED46}"/>
                </a:ext>
              </a:extLst>
            </p:cNvPr>
            <p:cNvSpPr/>
            <p:nvPr/>
          </p:nvSpPr>
          <p:spPr>
            <a:xfrm>
              <a:off x="3056554" y="3795139"/>
              <a:ext cx="532532" cy="657247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99D2FE3-1DD7-35C9-1359-DAF4CE7028A1}"/>
                </a:ext>
              </a:extLst>
            </p:cNvPr>
            <p:cNvSpPr/>
            <p:nvPr/>
          </p:nvSpPr>
          <p:spPr>
            <a:xfrm>
              <a:off x="3176694" y="4109554"/>
              <a:ext cx="292251" cy="85247"/>
            </a:xfrm>
            <a:custGeom>
              <a:avLst/>
              <a:gdLst>
                <a:gd name="connsiteX0" fmla="*/ 159410 w 292251"/>
                <a:gd name="connsiteY0" fmla="*/ 28416 h 85247"/>
                <a:gd name="connsiteX1" fmla="*/ 159410 w 292251"/>
                <a:gd name="connsiteY1" fmla="*/ 0 h 85247"/>
                <a:gd name="connsiteX2" fmla="*/ 132841 w 292251"/>
                <a:gd name="connsiteY2" fmla="*/ 0 h 85247"/>
                <a:gd name="connsiteX3" fmla="*/ 132841 w 292251"/>
                <a:gd name="connsiteY3" fmla="*/ 28416 h 85247"/>
                <a:gd name="connsiteX4" fmla="*/ 0 w 292251"/>
                <a:gd name="connsiteY4" fmla="*/ 28416 h 85247"/>
                <a:gd name="connsiteX5" fmla="*/ 0 w 292251"/>
                <a:gd name="connsiteY5" fmla="*/ 85247 h 85247"/>
                <a:gd name="connsiteX6" fmla="*/ 26568 w 292251"/>
                <a:gd name="connsiteY6" fmla="*/ 85247 h 85247"/>
                <a:gd name="connsiteX7" fmla="*/ 26568 w 292251"/>
                <a:gd name="connsiteY7" fmla="*/ 56832 h 85247"/>
                <a:gd name="connsiteX8" fmla="*/ 265683 w 292251"/>
                <a:gd name="connsiteY8" fmla="*/ 56832 h 85247"/>
                <a:gd name="connsiteX9" fmla="*/ 265683 w 292251"/>
                <a:gd name="connsiteY9" fmla="*/ 85247 h 85247"/>
                <a:gd name="connsiteX10" fmla="*/ 292251 w 292251"/>
                <a:gd name="connsiteY10" fmla="*/ 85247 h 85247"/>
                <a:gd name="connsiteX11" fmla="*/ 292251 w 292251"/>
                <a:gd name="connsiteY11" fmla="*/ 28416 h 85247"/>
                <a:gd name="connsiteX12" fmla="*/ 159410 w 292251"/>
                <a:gd name="connsiteY12" fmla="*/ 28416 h 85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2251" h="85247">
                  <a:moveTo>
                    <a:pt x="159410" y="28416"/>
                  </a:moveTo>
                  <a:lnTo>
                    <a:pt x="159410" y="0"/>
                  </a:lnTo>
                  <a:lnTo>
                    <a:pt x="132841" y="0"/>
                  </a:lnTo>
                  <a:lnTo>
                    <a:pt x="132841" y="28416"/>
                  </a:lnTo>
                  <a:lnTo>
                    <a:pt x="0" y="28416"/>
                  </a:lnTo>
                  <a:lnTo>
                    <a:pt x="0" y="85247"/>
                  </a:lnTo>
                  <a:lnTo>
                    <a:pt x="26568" y="85247"/>
                  </a:lnTo>
                  <a:lnTo>
                    <a:pt x="26568" y="56832"/>
                  </a:lnTo>
                  <a:lnTo>
                    <a:pt x="265683" y="56832"/>
                  </a:lnTo>
                  <a:lnTo>
                    <a:pt x="265683" y="85247"/>
                  </a:lnTo>
                  <a:lnTo>
                    <a:pt x="292251" y="85247"/>
                  </a:lnTo>
                  <a:lnTo>
                    <a:pt x="292251" y="28416"/>
                  </a:lnTo>
                  <a:lnTo>
                    <a:pt x="159410" y="28416"/>
                  </a:lnTo>
                  <a:close/>
                </a:path>
              </a:pathLst>
            </a:custGeom>
            <a:solidFill>
              <a:srgbClr val="FFFFFF"/>
            </a:solidFill>
            <a:ln w="2633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6247A43-2BE2-7CA1-6763-587BC662CE53}"/>
                </a:ext>
              </a:extLst>
            </p:cNvPr>
            <p:cNvSpPr/>
            <p:nvPr/>
          </p:nvSpPr>
          <p:spPr>
            <a:xfrm>
              <a:off x="3205785" y="3887003"/>
              <a:ext cx="228235" cy="190478"/>
            </a:xfrm>
            <a:prstGeom prst="rect">
              <a:avLst/>
            </a:prstGeom>
            <a:solidFill>
              <a:srgbClr val="4CADD4"/>
            </a:solidFill>
            <a:ln w="28575">
              <a:solidFill>
                <a:srgbClr val="3373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A6C437E1-19E2-D259-D7A9-B29965D290CC}"/>
                </a:ext>
              </a:extLst>
            </p:cNvPr>
            <p:cNvCxnSpPr>
              <a:cxnSpLocks/>
              <a:stCxn id="5" idx="2"/>
              <a:endCxn id="22" idx="0"/>
            </p:cNvCxnSpPr>
            <p:nvPr/>
          </p:nvCxnSpPr>
          <p:spPr>
            <a:xfrm rot="5400000">
              <a:off x="3194094" y="4082562"/>
              <a:ext cx="130890" cy="120729"/>
            </a:xfrm>
            <a:prstGeom prst="bentConnector3">
              <a:avLst/>
            </a:prstGeom>
            <a:ln w="28575">
              <a:solidFill>
                <a:srgbClr val="54545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F0F8AC91-AA1F-C073-9656-8FFF179D43CD}"/>
                </a:ext>
              </a:extLst>
            </p:cNvPr>
            <p:cNvCxnSpPr>
              <a:cxnSpLocks/>
              <a:stCxn id="5" idx="2"/>
              <a:endCxn id="23" idx="0"/>
            </p:cNvCxnSpPr>
            <p:nvPr/>
          </p:nvCxnSpPr>
          <p:spPr>
            <a:xfrm rot="16200000" flipH="1">
              <a:off x="3319027" y="4078357"/>
              <a:ext cx="131263" cy="129510"/>
            </a:xfrm>
            <a:prstGeom prst="bentConnector3">
              <a:avLst/>
            </a:prstGeom>
            <a:ln w="28575">
              <a:solidFill>
                <a:srgbClr val="54545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963E78D-8BC8-EC6B-41EE-A036CE2CA192}"/>
                </a:ext>
              </a:extLst>
            </p:cNvPr>
            <p:cNvSpPr/>
            <p:nvPr/>
          </p:nvSpPr>
          <p:spPr>
            <a:xfrm>
              <a:off x="3112631" y="4208371"/>
              <a:ext cx="173086" cy="142051"/>
            </a:xfrm>
            <a:prstGeom prst="rect">
              <a:avLst/>
            </a:prstGeom>
            <a:solidFill>
              <a:srgbClr val="FD9962"/>
            </a:solidFill>
            <a:ln w="28575">
              <a:solidFill>
                <a:srgbClr val="AD353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5AEA08F-DB6E-0075-6C86-8BDF9A4F8998}"/>
                </a:ext>
              </a:extLst>
            </p:cNvPr>
            <p:cNvSpPr/>
            <p:nvPr/>
          </p:nvSpPr>
          <p:spPr>
            <a:xfrm>
              <a:off x="3362870" y="4208744"/>
              <a:ext cx="173086" cy="142051"/>
            </a:xfrm>
            <a:prstGeom prst="rect">
              <a:avLst/>
            </a:prstGeom>
            <a:solidFill>
              <a:srgbClr val="FD9962"/>
            </a:solidFill>
            <a:ln w="28575">
              <a:solidFill>
                <a:srgbClr val="AD353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37A85ADA-4A97-9F8D-6DC5-D4A8636717E3}"/>
              </a:ext>
            </a:extLst>
          </p:cNvPr>
          <p:cNvSpPr/>
          <p:nvPr/>
        </p:nvSpPr>
        <p:spPr>
          <a:xfrm rot="10800000" flipH="1">
            <a:off x="203694" y="280729"/>
            <a:ext cx="615479" cy="814734"/>
          </a:xfrm>
          <a:prstGeom prst="foldedCorner">
            <a:avLst>
              <a:gd name="adj" fmla="val 41988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39D2B5-1BC1-2986-AD9A-44F6D3F6BBDA}"/>
              </a:ext>
            </a:extLst>
          </p:cNvPr>
          <p:cNvSpPr/>
          <p:nvPr/>
        </p:nvSpPr>
        <p:spPr>
          <a:xfrm>
            <a:off x="165471" y="588687"/>
            <a:ext cx="690873" cy="3152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ysClr val="windowText" lastClr="000000"/>
                </a:solidFill>
                <a:latin typeface="Lucida Sans Typewriter" panose="020B0509030504030204" pitchFamily="49" charset="0"/>
              </a:rPr>
              <a:t>XMI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B8EAE32-980A-48F1-8028-13B5B396171B}"/>
              </a:ext>
            </a:extLst>
          </p:cNvPr>
          <p:cNvSpPr/>
          <p:nvPr/>
        </p:nvSpPr>
        <p:spPr>
          <a:xfrm>
            <a:off x="1011228" y="443568"/>
            <a:ext cx="778942" cy="575799"/>
          </a:xfrm>
          <a:prstGeom prst="rightArrow">
            <a:avLst>
              <a:gd name="adj1" fmla="val 55210"/>
              <a:gd name="adj2" fmla="val 50000"/>
            </a:avLst>
          </a:prstGeom>
          <a:solidFill>
            <a:schemeClr val="tx1"/>
          </a:solidFill>
          <a:ln w="9525"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5400000" algn="t" rotWithShape="0">
              <a:prstClr val="black">
                <a:alpha val="5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AF934D9-0C5F-1C23-C0EA-7AE2F5DBBAFE}"/>
              </a:ext>
            </a:extLst>
          </p:cNvPr>
          <p:cNvSpPr/>
          <p:nvPr/>
        </p:nvSpPr>
        <p:spPr>
          <a:xfrm>
            <a:off x="61442" y="1153547"/>
            <a:ext cx="2620316" cy="343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bg1"/>
                </a:solidFill>
                <a:latin typeface="Lucida Sans Typewriter" panose="020B0509030504030204" pitchFamily="49" charset="0"/>
              </a:rPr>
              <a:t>Import</a:t>
            </a:r>
          </a:p>
        </p:txBody>
      </p:sp>
    </p:spTree>
    <p:extLst>
      <p:ext uri="{BB962C8B-B14F-4D97-AF65-F5344CB8AC3E}">
        <p14:creationId xmlns:p14="http://schemas.microsoft.com/office/powerpoint/2010/main" val="1528010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493B7A4-1511-1202-09BF-99A7C7C4642E}"/>
              </a:ext>
            </a:extLst>
          </p:cNvPr>
          <p:cNvSpPr/>
          <p:nvPr/>
        </p:nvSpPr>
        <p:spPr>
          <a:xfrm>
            <a:off x="61442" y="65055"/>
            <a:ext cx="2620316" cy="1601105"/>
          </a:xfrm>
          <a:prstGeom prst="roundRect">
            <a:avLst/>
          </a:prstGeom>
          <a:solidFill>
            <a:srgbClr val="4C7DA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F85237-8A46-B297-B151-EAD4AAFD2FE7}"/>
              </a:ext>
            </a:extLst>
          </p:cNvPr>
          <p:cNvGrpSpPr/>
          <p:nvPr/>
        </p:nvGrpSpPr>
        <p:grpSpPr>
          <a:xfrm>
            <a:off x="239020" y="281436"/>
            <a:ext cx="659563" cy="814027"/>
            <a:chOff x="3056554" y="3795139"/>
            <a:chExt cx="532532" cy="657247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4670A15-D3CD-F8B2-B81F-95DB5BFA5EEE}"/>
                </a:ext>
              </a:extLst>
            </p:cNvPr>
            <p:cNvSpPr/>
            <p:nvPr/>
          </p:nvSpPr>
          <p:spPr>
            <a:xfrm>
              <a:off x="3056554" y="3795139"/>
              <a:ext cx="532532" cy="657247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F0AC672-BA4F-7A17-2367-4DBB590ECFE5}"/>
                </a:ext>
              </a:extLst>
            </p:cNvPr>
            <p:cNvSpPr/>
            <p:nvPr/>
          </p:nvSpPr>
          <p:spPr>
            <a:xfrm>
              <a:off x="3176694" y="4109554"/>
              <a:ext cx="292251" cy="85247"/>
            </a:xfrm>
            <a:custGeom>
              <a:avLst/>
              <a:gdLst>
                <a:gd name="connsiteX0" fmla="*/ 159410 w 292251"/>
                <a:gd name="connsiteY0" fmla="*/ 28416 h 85247"/>
                <a:gd name="connsiteX1" fmla="*/ 159410 w 292251"/>
                <a:gd name="connsiteY1" fmla="*/ 0 h 85247"/>
                <a:gd name="connsiteX2" fmla="*/ 132841 w 292251"/>
                <a:gd name="connsiteY2" fmla="*/ 0 h 85247"/>
                <a:gd name="connsiteX3" fmla="*/ 132841 w 292251"/>
                <a:gd name="connsiteY3" fmla="*/ 28416 h 85247"/>
                <a:gd name="connsiteX4" fmla="*/ 0 w 292251"/>
                <a:gd name="connsiteY4" fmla="*/ 28416 h 85247"/>
                <a:gd name="connsiteX5" fmla="*/ 0 w 292251"/>
                <a:gd name="connsiteY5" fmla="*/ 85247 h 85247"/>
                <a:gd name="connsiteX6" fmla="*/ 26568 w 292251"/>
                <a:gd name="connsiteY6" fmla="*/ 85247 h 85247"/>
                <a:gd name="connsiteX7" fmla="*/ 26568 w 292251"/>
                <a:gd name="connsiteY7" fmla="*/ 56832 h 85247"/>
                <a:gd name="connsiteX8" fmla="*/ 265683 w 292251"/>
                <a:gd name="connsiteY8" fmla="*/ 56832 h 85247"/>
                <a:gd name="connsiteX9" fmla="*/ 265683 w 292251"/>
                <a:gd name="connsiteY9" fmla="*/ 85247 h 85247"/>
                <a:gd name="connsiteX10" fmla="*/ 292251 w 292251"/>
                <a:gd name="connsiteY10" fmla="*/ 85247 h 85247"/>
                <a:gd name="connsiteX11" fmla="*/ 292251 w 292251"/>
                <a:gd name="connsiteY11" fmla="*/ 28416 h 85247"/>
                <a:gd name="connsiteX12" fmla="*/ 159410 w 292251"/>
                <a:gd name="connsiteY12" fmla="*/ 28416 h 85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2251" h="85247">
                  <a:moveTo>
                    <a:pt x="159410" y="28416"/>
                  </a:moveTo>
                  <a:lnTo>
                    <a:pt x="159410" y="0"/>
                  </a:lnTo>
                  <a:lnTo>
                    <a:pt x="132841" y="0"/>
                  </a:lnTo>
                  <a:lnTo>
                    <a:pt x="132841" y="28416"/>
                  </a:lnTo>
                  <a:lnTo>
                    <a:pt x="0" y="28416"/>
                  </a:lnTo>
                  <a:lnTo>
                    <a:pt x="0" y="85247"/>
                  </a:lnTo>
                  <a:lnTo>
                    <a:pt x="26568" y="85247"/>
                  </a:lnTo>
                  <a:lnTo>
                    <a:pt x="26568" y="56832"/>
                  </a:lnTo>
                  <a:lnTo>
                    <a:pt x="265683" y="56832"/>
                  </a:lnTo>
                  <a:lnTo>
                    <a:pt x="265683" y="85247"/>
                  </a:lnTo>
                  <a:lnTo>
                    <a:pt x="292251" y="85247"/>
                  </a:lnTo>
                  <a:lnTo>
                    <a:pt x="292251" y="28416"/>
                  </a:lnTo>
                  <a:lnTo>
                    <a:pt x="159410" y="28416"/>
                  </a:lnTo>
                  <a:close/>
                </a:path>
              </a:pathLst>
            </a:custGeom>
            <a:solidFill>
              <a:srgbClr val="FFFFFF"/>
            </a:solidFill>
            <a:ln w="2633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5666632-15BD-6F3A-B4FF-55FB1BF0B300}"/>
                </a:ext>
              </a:extLst>
            </p:cNvPr>
            <p:cNvSpPr/>
            <p:nvPr/>
          </p:nvSpPr>
          <p:spPr>
            <a:xfrm>
              <a:off x="3205785" y="3887003"/>
              <a:ext cx="228235" cy="190478"/>
            </a:xfrm>
            <a:prstGeom prst="rect">
              <a:avLst/>
            </a:prstGeom>
            <a:solidFill>
              <a:srgbClr val="4CADD4"/>
            </a:solidFill>
            <a:ln w="28575">
              <a:solidFill>
                <a:srgbClr val="3373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FF8DD460-4481-F2A0-A329-0EF918A571C9}"/>
                </a:ext>
              </a:extLst>
            </p:cNvPr>
            <p:cNvCxnSpPr>
              <a:cxnSpLocks/>
              <a:stCxn id="14" idx="2"/>
              <a:endCxn id="17" idx="0"/>
            </p:cNvCxnSpPr>
            <p:nvPr/>
          </p:nvCxnSpPr>
          <p:spPr>
            <a:xfrm rot="5400000">
              <a:off x="3194094" y="4082562"/>
              <a:ext cx="130890" cy="120729"/>
            </a:xfrm>
            <a:prstGeom prst="bentConnector3">
              <a:avLst/>
            </a:prstGeom>
            <a:ln w="28575">
              <a:solidFill>
                <a:srgbClr val="54545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010263EF-ECF3-F162-3DEA-9132756C8F02}"/>
                </a:ext>
              </a:extLst>
            </p:cNvPr>
            <p:cNvCxnSpPr>
              <a:cxnSpLocks/>
              <a:stCxn id="14" idx="2"/>
              <a:endCxn id="18" idx="0"/>
            </p:cNvCxnSpPr>
            <p:nvPr/>
          </p:nvCxnSpPr>
          <p:spPr>
            <a:xfrm rot="16200000" flipH="1">
              <a:off x="3319027" y="4078357"/>
              <a:ext cx="131263" cy="129510"/>
            </a:xfrm>
            <a:prstGeom prst="bentConnector3">
              <a:avLst/>
            </a:prstGeom>
            <a:ln w="28575">
              <a:solidFill>
                <a:srgbClr val="54545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D63C29-4E95-95B4-C94F-7834D374BA4B}"/>
                </a:ext>
              </a:extLst>
            </p:cNvPr>
            <p:cNvSpPr/>
            <p:nvPr/>
          </p:nvSpPr>
          <p:spPr>
            <a:xfrm>
              <a:off x="3112631" y="4208371"/>
              <a:ext cx="173086" cy="142051"/>
            </a:xfrm>
            <a:prstGeom prst="rect">
              <a:avLst/>
            </a:prstGeom>
            <a:solidFill>
              <a:srgbClr val="FD9962"/>
            </a:solidFill>
            <a:ln w="28575">
              <a:solidFill>
                <a:srgbClr val="AD353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6AA5E12-6BB0-6BB4-2F2D-E55BBDE52C39}"/>
                </a:ext>
              </a:extLst>
            </p:cNvPr>
            <p:cNvSpPr/>
            <p:nvPr/>
          </p:nvSpPr>
          <p:spPr>
            <a:xfrm>
              <a:off x="3362870" y="4208744"/>
              <a:ext cx="173086" cy="142051"/>
            </a:xfrm>
            <a:prstGeom prst="rect">
              <a:avLst/>
            </a:prstGeom>
            <a:solidFill>
              <a:srgbClr val="FD9962"/>
            </a:solidFill>
            <a:ln w="28575">
              <a:solidFill>
                <a:srgbClr val="AD353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37A85ADA-4A97-9F8D-6DC5-D4A8636717E3}"/>
              </a:ext>
            </a:extLst>
          </p:cNvPr>
          <p:cNvSpPr/>
          <p:nvPr/>
        </p:nvSpPr>
        <p:spPr>
          <a:xfrm rot="10800000" flipH="1">
            <a:off x="1888777" y="265880"/>
            <a:ext cx="615479" cy="814734"/>
          </a:xfrm>
          <a:prstGeom prst="foldedCorner">
            <a:avLst>
              <a:gd name="adj" fmla="val 41988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39D2B5-1BC1-2986-AD9A-44F6D3F6BBDA}"/>
              </a:ext>
            </a:extLst>
          </p:cNvPr>
          <p:cNvSpPr/>
          <p:nvPr/>
        </p:nvSpPr>
        <p:spPr>
          <a:xfrm>
            <a:off x="1850554" y="573838"/>
            <a:ext cx="690873" cy="3152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ysClr val="windowText" lastClr="000000"/>
                </a:solidFill>
                <a:latin typeface="Lucida Sans Typewriter" panose="020B0509030504030204" pitchFamily="49" charset="0"/>
              </a:rPr>
              <a:t>XMI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B8EAE32-980A-48F1-8028-13B5B396171B}"/>
              </a:ext>
            </a:extLst>
          </p:cNvPr>
          <p:cNvSpPr/>
          <p:nvPr/>
        </p:nvSpPr>
        <p:spPr>
          <a:xfrm>
            <a:off x="1011228" y="443568"/>
            <a:ext cx="778942" cy="575799"/>
          </a:xfrm>
          <a:prstGeom prst="rightArrow">
            <a:avLst>
              <a:gd name="adj1" fmla="val 55210"/>
              <a:gd name="adj2" fmla="val 50000"/>
            </a:avLst>
          </a:prstGeom>
          <a:solidFill>
            <a:schemeClr val="tx1"/>
          </a:solidFill>
          <a:ln w="9525"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5400000" algn="t" rotWithShape="0">
              <a:prstClr val="black">
                <a:alpha val="5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AF934D9-0C5F-1C23-C0EA-7AE2F5DBBAFE}"/>
              </a:ext>
            </a:extLst>
          </p:cNvPr>
          <p:cNvSpPr/>
          <p:nvPr/>
        </p:nvSpPr>
        <p:spPr>
          <a:xfrm>
            <a:off x="61442" y="1153547"/>
            <a:ext cx="2620316" cy="343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bg1"/>
                </a:solidFill>
                <a:latin typeface="Lucida Sans Typewriter" panose="020B0509030504030204" pitchFamily="49" charset="0"/>
              </a:rPr>
              <a:t>Export</a:t>
            </a:r>
          </a:p>
        </p:txBody>
      </p:sp>
    </p:spTree>
    <p:extLst>
      <p:ext uri="{BB962C8B-B14F-4D97-AF65-F5344CB8AC3E}">
        <p14:creationId xmlns:p14="http://schemas.microsoft.com/office/powerpoint/2010/main" val="3591291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493B7A4-1511-1202-09BF-99A7C7C4642E}"/>
              </a:ext>
            </a:extLst>
          </p:cNvPr>
          <p:cNvSpPr/>
          <p:nvPr/>
        </p:nvSpPr>
        <p:spPr>
          <a:xfrm>
            <a:off x="61442" y="65056"/>
            <a:ext cx="2620316" cy="867416"/>
          </a:xfrm>
          <a:prstGeom prst="roundRect">
            <a:avLst/>
          </a:prstGeom>
          <a:solidFill>
            <a:srgbClr val="4C7DA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AF934D9-0C5F-1C23-C0EA-7AE2F5DBBAFE}"/>
              </a:ext>
            </a:extLst>
          </p:cNvPr>
          <p:cNvSpPr/>
          <p:nvPr/>
        </p:nvSpPr>
        <p:spPr>
          <a:xfrm>
            <a:off x="661404" y="333118"/>
            <a:ext cx="2020354" cy="343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Lucida Sans Typewriter" panose="020B0509030504030204" pitchFamily="49" charset="0"/>
              </a:rPr>
              <a:t>Clean  Environment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34610DF-E41B-D8C5-35D8-6456503A40AE}"/>
              </a:ext>
            </a:extLst>
          </p:cNvPr>
          <p:cNvGrpSpPr/>
          <p:nvPr/>
        </p:nvGrpSpPr>
        <p:grpSpPr>
          <a:xfrm>
            <a:off x="287598" y="228293"/>
            <a:ext cx="205898" cy="553646"/>
            <a:chOff x="865874" y="979131"/>
            <a:chExt cx="527263" cy="141777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C8A6987-0EDE-DEA4-57C1-B98674F075D3}"/>
                </a:ext>
              </a:extLst>
            </p:cNvPr>
            <p:cNvSpPr/>
            <p:nvPr/>
          </p:nvSpPr>
          <p:spPr>
            <a:xfrm rot="20209311">
              <a:off x="1202184" y="2203542"/>
              <a:ext cx="106620" cy="19336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9E4C611-3397-1A59-0DFC-082A923AB80C}"/>
                </a:ext>
              </a:extLst>
            </p:cNvPr>
            <p:cNvSpPr/>
            <p:nvPr/>
          </p:nvSpPr>
          <p:spPr>
            <a:xfrm rot="20078703">
              <a:off x="947073" y="2038423"/>
              <a:ext cx="446064" cy="224082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92E9684-FCDC-0ABA-7E64-76EBEC3D7C2C}"/>
                </a:ext>
              </a:extLst>
            </p:cNvPr>
            <p:cNvSpPr/>
            <p:nvPr/>
          </p:nvSpPr>
          <p:spPr>
            <a:xfrm rot="1049919">
              <a:off x="1258386" y="979131"/>
              <a:ext cx="106620" cy="834887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E4BD72B-66FE-F1DB-F08B-8B3FBBFE78A0}"/>
                </a:ext>
              </a:extLst>
            </p:cNvPr>
            <p:cNvSpPr/>
            <p:nvPr/>
          </p:nvSpPr>
          <p:spPr>
            <a:xfrm rot="1049919">
              <a:off x="974634" y="1781985"/>
              <a:ext cx="361423" cy="105893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rapezoid 5">
              <a:extLst>
                <a:ext uri="{FF2B5EF4-FFF2-40B4-BE49-F238E27FC236}">
                  <a16:creationId xmlns:a16="http://schemas.microsoft.com/office/drawing/2014/main" id="{B1159275-9E02-FDFD-7FD8-1E73140010B8}"/>
                </a:ext>
              </a:extLst>
            </p:cNvPr>
            <p:cNvSpPr/>
            <p:nvPr/>
          </p:nvSpPr>
          <p:spPr>
            <a:xfrm rot="1053245">
              <a:off x="865874" y="1880515"/>
              <a:ext cx="478064" cy="254390"/>
            </a:xfrm>
            <a:prstGeom prst="trapezoid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D6E7542-7EE6-5589-070B-191364E83F27}"/>
              </a:ext>
            </a:extLst>
          </p:cNvPr>
          <p:cNvSpPr/>
          <p:nvPr/>
        </p:nvSpPr>
        <p:spPr>
          <a:xfrm>
            <a:off x="61442" y="1113247"/>
            <a:ext cx="2620316" cy="867416"/>
          </a:xfrm>
          <a:prstGeom prst="roundRect">
            <a:avLst/>
          </a:prstGeom>
          <a:solidFill>
            <a:srgbClr val="4C7DA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38FB667-82FF-ADA1-8BDA-AFCEFE13C893}"/>
              </a:ext>
            </a:extLst>
          </p:cNvPr>
          <p:cNvSpPr/>
          <p:nvPr/>
        </p:nvSpPr>
        <p:spPr>
          <a:xfrm>
            <a:off x="847724" y="1371600"/>
            <a:ext cx="1834033" cy="3439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Lucida Sans Typewriter" panose="020B0509030504030204" pitchFamily="49" charset="0"/>
              </a:rPr>
              <a:t>Back to Launcher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6DE80B19-6497-D376-8B21-291B9C11B6B7}"/>
              </a:ext>
            </a:extLst>
          </p:cNvPr>
          <p:cNvSpPr/>
          <p:nvPr/>
        </p:nvSpPr>
        <p:spPr>
          <a:xfrm rot="10800000">
            <a:off x="165723" y="1371600"/>
            <a:ext cx="469828" cy="347300"/>
          </a:xfrm>
          <a:prstGeom prst="rightArrow">
            <a:avLst>
              <a:gd name="adj1" fmla="val 55210"/>
              <a:gd name="adj2" fmla="val 50000"/>
            </a:avLst>
          </a:prstGeom>
          <a:solidFill>
            <a:schemeClr val="tx1"/>
          </a:solidFill>
          <a:ln w="9525"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5400000" algn="t" rotWithShape="0">
              <a:prstClr val="black">
                <a:alpha val="5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64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D5918-4412-F96F-6BE6-1C6F8A9CE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58" y="106056"/>
            <a:ext cx="2703442" cy="184790"/>
          </a:xfrm>
        </p:spPr>
        <p:txBody>
          <a:bodyPr>
            <a:normAutofit fontScale="90000"/>
          </a:bodyPr>
          <a:lstStyle/>
          <a:p>
            <a:r>
              <a:rPr lang="en-US" dirty="0"/>
              <a:t>App Icon Sketch for presentations (Large)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5D8EF81-15A1-27A5-09BC-182AC9D98AD6}"/>
              </a:ext>
            </a:extLst>
          </p:cNvPr>
          <p:cNvGrpSpPr/>
          <p:nvPr/>
        </p:nvGrpSpPr>
        <p:grpSpPr>
          <a:xfrm>
            <a:off x="338095" y="379809"/>
            <a:ext cx="1994726" cy="2264824"/>
            <a:chOff x="338095" y="379809"/>
            <a:chExt cx="1994726" cy="2264824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07A9D7C-7957-36EE-F67A-08990A2EC149}"/>
                </a:ext>
              </a:extLst>
            </p:cNvPr>
            <p:cNvSpPr/>
            <p:nvPr/>
          </p:nvSpPr>
          <p:spPr>
            <a:xfrm>
              <a:off x="338095" y="379809"/>
              <a:ext cx="1994726" cy="2264824"/>
            </a:xfrm>
            <a:prstGeom prst="roundRect">
              <a:avLst>
                <a:gd name="adj" fmla="val 8003"/>
              </a:avLst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611927A-0819-5242-0168-DED1FD3A8EEB}"/>
                </a:ext>
              </a:extLst>
            </p:cNvPr>
            <p:cNvGrpSpPr/>
            <p:nvPr/>
          </p:nvGrpSpPr>
          <p:grpSpPr>
            <a:xfrm>
              <a:off x="765429" y="607918"/>
              <a:ext cx="1123950" cy="1054173"/>
              <a:chOff x="2255499" y="3431581"/>
              <a:chExt cx="1123950" cy="1054173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C682087-5A10-5923-EDB3-F0797773C408}"/>
                  </a:ext>
                </a:extLst>
              </p:cNvPr>
              <p:cNvSpPr/>
              <p:nvPr/>
            </p:nvSpPr>
            <p:spPr>
              <a:xfrm>
                <a:off x="2255499" y="3431581"/>
                <a:ext cx="1123950" cy="1054173"/>
              </a:xfrm>
              <a:prstGeom prst="roundRect">
                <a:avLst/>
              </a:prstGeom>
              <a:gradFill flip="none" rotWithShape="1">
                <a:gsLst>
                  <a:gs pos="75000">
                    <a:schemeClr val="bg1"/>
                  </a:gs>
                  <a:gs pos="16000">
                    <a:schemeClr val="bg1">
                      <a:lumMod val="85000"/>
                    </a:schemeClr>
                  </a:gs>
                </a:gsLst>
                <a:lin ang="16200000" scaled="1"/>
                <a:tileRect/>
              </a:gradFill>
              <a:ln>
                <a:solidFill>
                  <a:srgbClr val="C55A1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4DF81A87-C074-406F-F369-3758034D5E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95588" y="3743482"/>
                <a:ext cx="198098" cy="0"/>
              </a:xfrm>
              <a:prstGeom prst="line">
                <a:avLst/>
              </a:prstGeom>
              <a:ln w="38100">
                <a:solidFill>
                  <a:srgbClr val="2D5B9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AFC750F6-2A8E-CF19-3C3E-8613AE2F2398}"/>
                  </a:ext>
                </a:extLst>
              </p:cNvPr>
              <p:cNvGrpSpPr/>
              <p:nvPr/>
            </p:nvGrpSpPr>
            <p:grpSpPr>
              <a:xfrm>
                <a:off x="2993686" y="3615775"/>
                <a:ext cx="314326" cy="263814"/>
                <a:chOff x="3676649" y="3745954"/>
                <a:chExt cx="314326" cy="263814"/>
              </a:xfrm>
            </p:grpSpPr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9514A207-BF7A-046F-2287-FA32D489D875}"/>
                    </a:ext>
                  </a:extLst>
                </p:cNvPr>
                <p:cNvSpPr/>
                <p:nvPr/>
              </p:nvSpPr>
              <p:spPr>
                <a:xfrm>
                  <a:off x="3676650" y="3745954"/>
                  <a:ext cx="314325" cy="263814"/>
                </a:xfrm>
                <a:prstGeom prst="roundRect">
                  <a:avLst>
                    <a:gd name="adj" fmla="val 9455"/>
                  </a:avLst>
                </a:prstGeom>
                <a:solidFill>
                  <a:schemeClr val="bg1"/>
                </a:solidFill>
                <a:ln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BE1A9E64-DA74-DF74-D252-4687B856A2D2}"/>
                    </a:ext>
                  </a:extLst>
                </p:cNvPr>
                <p:cNvSpPr/>
                <p:nvPr/>
              </p:nvSpPr>
              <p:spPr>
                <a:xfrm>
                  <a:off x="3676649" y="3745955"/>
                  <a:ext cx="314325" cy="88475"/>
                </a:xfrm>
                <a:custGeom>
                  <a:avLst/>
                  <a:gdLst>
                    <a:gd name="connsiteX0" fmla="*/ 31220 w 409575"/>
                    <a:gd name="connsiteY0" fmla="*/ 0 h 88475"/>
                    <a:gd name="connsiteX1" fmla="*/ 378355 w 409575"/>
                    <a:gd name="connsiteY1" fmla="*/ 0 h 88475"/>
                    <a:gd name="connsiteX2" fmla="*/ 409575 w 409575"/>
                    <a:gd name="connsiteY2" fmla="*/ 31220 h 88475"/>
                    <a:gd name="connsiteX3" fmla="*/ 409575 w 409575"/>
                    <a:gd name="connsiteY3" fmla="*/ 88475 h 88475"/>
                    <a:gd name="connsiteX4" fmla="*/ 0 w 409575"/>
                    <a:gd name="connsiteY4" fmla="*/ 88475 h 88475"/>
                    <a:gd name="connsiteX5" fmla="*/ 0 w 409575"/>
                    <a:gd name="connsiteY5" fmla="*/ 31220 h 88475"/>
                    <a:gd name="connsiteX6" fmla="*/ 31220 w 409575"/>
                    <a:gd name="connsiteY6" fmla="*/ 0 h 88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09575" h="88475">
                      <a:moveTo>
                        <a:pt x="31220" y="0"/>
                      </a:moveTo>
                      <a:lnTo>
                        <a:pt x="378355" y="0"/>
                      </a:lnTo>
                      <a:cubicBezTo>
                        <a:pt x="395597" y="0"/>
                        <a:pt x="409575" y="13978"/>
                        <a:pt x="409575" y="31220"/>
                      </a:cubicBezTo>
                      <a:lnTo>
                        <a:pt x="409575" y="88475"/>
                      </a:lnTo>
                      <a:lnTo>
                        <a:pt x="0" y="88475"/>
                      </a:lnTo>
                      <a:lnTo>
                        <a:pt x="0" y="31220"/>
                      </a:lnTo>
                      <a:cubicBezTo>
                        <a:pt x="0" y="13978"/>
                        <a:pt x="13978" y="0"/>
                        <a:pt x="31220" y="0"/>
                      </a:cubicBezTo>
                      <a:close/>
                    </a:path>
                  </a:pathLst>
                </a:custGeom>
                <a:solidFill>
                  <a:srgbClr val="C0CAD9"/>
                </a:solidFill>
                <a:ln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cxnSp>
            <p:nvCxnSpPr>
              <p:cNvPr id="9" name="Connector: Elbow 8">
                <a:extLst>
                  <a:ext uri="{FF2B5EF4-FFF2-40B4-BE49-F238E27FC236}">
                    <a16:creationId xmlns:a16="http://schemas.microsoft.com/office/drawing/2014/main" id="{A899AD7F-2D0D-7400-4FF9-24CF444D112C}"/>
                  </a:ext>
                </a:extLst>
              </p:cNvPr>
              <p:cNvCxnSpPr>
                <a:cxnSpLocks/>
                <a:stCxn id="13" idx="2"/>
                <a:endCxn id="12" idx="0"/>
              </p:cNvCxnSpPr>
              <p:nvPr/>
            </p:nvCxnSpPr>
            <p:spPr>
              <a:xfrm rot="5400000">
                <a:off x="2370526" y="3929137"/>
                <a:ext cx="313852" cy="164887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4E4F4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Connector: Elbow 9">
                <a:extLst>
                  <a:ext uri="{FF2B5EF4-FFF2-40B4-BE49-F238E27FC236}">
                    <a16:creationId xmlns:a16="http://schemas.microsoft.com/office/drawing/2014/main" id="{17E2EDE3-0760-A40E-95D8-6956AED19256}"/>
                  </a:ext>
                </a:extLst>
              </p:cNvPr>
              <p:cNvCxnSpPr>
                <a:cxnSpLocks/>
                <a:stCxn id="13" idx="2"/>
                <a:endCxn id="11" idx="0"/>
              </p:cNvCxnSpPr>
              <p:nvPr/>
            </p:nvCxnSpPr>
            <p:spPr>
              <a:xfrm rot="16200000" flipH="1">
                <a:off x="2527171" y="3937377"/>
                <a:ext cx="308437" cy="142989"/>
              </a:xfrm>
              <a:prstGeom prst="bentConnector3">
                <a:avLst>
                  <a:gd name="adj1" fmla="val 50772"/>
                </a:avLst>
              </a:prstGeom>
              <a:ln w="38100">
                <a:solidFill>
                  <a:srgbClr val="4E4F4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B405FD8-34CF-0506-19B1-ECC339447786}"/>
                  </a:ext>
                </a:extLst>
              </p:cNvPr>
              <p:cNvSpPr/>
              <p:nvPr/>
            </p:nvSpPr>
            <p:spPr>
              <a:xfrm>
                <a:off x="2634516" y="4163091"/>
                <a:ext cx="236735" cy="197686"/>
              </a:xfrm>
              <a:prstGeom prst="rect">
                <a:avLst/>
              </a:prstGeom>
              <a:gradFill flip="none" rotWithShape="1">
                <a:gsLst>
                  <a:gs pos="0">
                    <a:srgbClr val="FFD752">
                      <a:shade val="30000"/>
                      <a:satMod val="115000"/>
                    </a:srgbClr>
                  </a:gs>
                  <a:gs pos="27000">
                    <a:srgbClr val="FFD752">
                      <a:shade val="67500"/>
                      <a:satMod val="115000"/>
                    </a:srgbClr>
                  </a:gs>
                  <a:gs pos="100000">
                    <a:schemeClr val="bg1">
                      <a:lumMod val="95000"/>
                    </a:schemeClr>
                  </a:gs>
                  <a:gs pos="60000">
                    <a:srgbClr val="FFD752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solidFill>
                  <a:srgbClr val="76622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4D4D5BA-9BD0-5133-2160-8D146CA55F26}"/>
                  </a:ext>
                </a:extLst>
              </p:cNvPr>
              <p:cNvSpPr/>
              <p:nvPr/>
            </p:nvSpPr>
            <p:spPr>
              <a:xfrm>
                <a:off x="2326640" y="4168506"/>
                <a:ext cx="236735" cy="197686"/>
              </a:xfrm>
              <a:prstGeom prst="rect">
                <a:avLst/>
              </a:prstGeom>
              <a:gradFill flip="none" rotWithShape="1">
                <a:gsLst>
                  <a:gs pos="0">
                    <a:srgbClr val="FFD752">
                      <a:shade val="30000"/>
                      <a:satMod val="115000"/>
                    </a:srgbClr>
                  </a:gs>
                  <a:gs pos="27000">
                    <a:srgbClr val="FFD752">
                      <a:shade val="67500"/>
                      <a:satMod val="115000"/>
                    </a:srgbClr>
                  </a:gs>
                  <a:gs pos="100000">
                    <a:schemeClr val="bg1">
                      <a:lumMod val="95000"/>
                    </a:schemeClr>
                  </a:gs>
                  <a:gs pos="60000">
                    <a:srgbClr val="FFD752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solidFill>
                  <a:srgbClr val="76622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6D21BD8-C9E2-DCA0-32AB-6C3DFA4C6980}"/>
                  </a:ext>
                </a:extLst>
              </p:cNvPr>
              <p:cNvSpPr/>
              <p:nvPr/>
            </p:nvSpPr>
            <p:spPr>
              <a:xfrm>
                <a:off x="2476725" y="3656967"/>
                <a:ext cx="266339" cy="197687"/>
              </a:xfrm>
              <a:prstGeom prst="rect">
                <a:avLst/>
              </a:prstGeom>
              <a:gradFill flip="none" rotWithShape="1">
                <a:gsLst>
                  <a:gs pos="0">
                    <a:srgbClr val="FFD752">
                      <a:shade val="30000"/>
                      <a:satMod val="115000"/>
                    </a:srgbClr>
                  </a:gs>
                  <a:gs pos="27000">
                    <a:srgbClr val="FFD752">
                      <a:shade val="67500"/>
                      <a:satMod val="115000"/>
                    </a:srgbClr>
                  </a:gs>
                  <a:gs pos="100000">
                    <a:schemeClr val="bg1">
                      <a:lumMod val="95000"/>
                    </a:schemeClr>
                  </a:gs>
                  <a:gs pos="60000">
                    <a:srgbClr val="FFD752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solidFill>
                  <a:srgbClr val="76622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cxnSp>
            <p:nvCxnSpPr>
              <p:cNvPr id="14" name="Connector: Elbow 13">
                <a:extLst>
                  <a:ext uri="{FF2B5EF4-FFF2-40B4-BE49-F238E27FC236}">
                    <a16:creationId xmlns:a16="http://schemas.microsoft.com/office/drawing/2014/main" id="{F99A8791-04FB-458E-8852-95A828D0D516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2794384" y="3786082"/>
                <a:ext cx="267834" cy="226246"/>
              </a:xfrm>
              <a:prstGeom prst="bentConnector3">
                <a:avLst>
                  <a:gd name="adj1" fmla="val 129128"/>
                </a:avLst>
              </a:prstGeom>
              <a:ln w="38100">
                <a:solidFill>
                  <a:srgbClr val="2D5B9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C7E98AA-1EDD-4F69-A11C-F7EEB01231D1}"/>
                  </a:ext>
                </a:extLst>
              </p:cNvPr>
              <p:cNvGrpSpPr/>
              <p:nvPr/>
            </p:nvGrpSpPr>
            <p:grpSpPr>
              <a:xfrm>
                <a:off x="2986475" y="3995897"/>
                <a:ext cx="314326" cy="263814"/>
                <a:chOff x="3676650" y="4097710"/>
                <a:chExt cx="314326" cy="263814"/>
              </a:xfrm>
            </p:grpSpPr>
            <p:sp>
              <p:nvSpPr>
                <p:cNvPr id="19" name="Rectangle: Rounded Corners 18">
                  <a:extLst>
                    <a:ext uri="{FF2B5EF4-FFF2-40B4-BE49-F238E27FC236}">
                      <a16:creationId xmlns:a16="http://schemas.microsoft.com/office/drawing/2014/main" id="{879121BA-AD34-E551-3E15-C17535C61AF5}"/>
                    </a:ext>
                  </a:extLst>
                </p:cNvPr>
                <p:cNvSpPr/>
                <p:nvPr/>
              </p:nvSpPr>
              <p:spPr>
                <a:xfrm>
                  <a:off x="3676651" y="4097710"/>
                  <a:ext cx="314325" cy="263814"/>
                </a:xfrm>
                <a:prstGeom prst="roundRect">
                  <a:avLst>
                    <a:gd name="adj" fmla="val 9455"/>
                  </a:avLst>
                </a:prstGeom>
                <a:solidFill>
                  <a:schemeClr val="bg1"/>
                </a:solidFill>
                <a:ln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50DAA255-26A3-7F0E-19EA-EFF3DB652F92}"/>
                    </a:ext>
                  </a:extLst>
                </p:cNvPr>
                <p:cNvSpPr/>
                <p:nvPr/>
              </p:nvSpPr>
              <p:spPr>
                <a:xfrm>
                  <a:off x="3676650" y="4097711"/>
                  <a:ext cx="314325" cy="88475"/>
                </a:xfrm>
                <a:custGeom>
                  <a:avLst/>
                  <a:gdLst>
                    <a:gd name="connsiteX0" fmla="*/ 31220 w 409575"/>
                    <a:gd name="connsiteY0" fmla="*/ 0 h 88475"/>
                    <a:gd name="connsiteX1" fmla="*/ 378355 w 409575"/>
                    <a:gd name="connsiteY1" fmla="*/ 0 h 88475"/>
                    <a:gd name="connsiteX2" fmla="*/ 409575 w 409575"/>
                    <a:gd name="connsiteY2" fmla="*/ 31220 h 88475"/>
                    <a:gd name="connsiteX3" fmla="*/ 409575 w 409575"/>
                    <a:gd name="connsiteY3" fmla="*/ 88475 h 88475"/>
                    <a:gd name="connsiteX4" fmla="*/ 0 w 409575"/>
                    <a:gd name="connsiteY4" fmla="*/ 88475 h 88475"/>
                    <a:gd name="connsiteX5" fmla="*/ 0 w 409575"/>
                    <a:gd name="connsiteY5" fmla="*/ 31220 h 88475"/>
                    <a:gd name="connsiteX6" fmla="*/ 31220 w 409575"/>
                    <a:gd name="connsiteY6" fmla="*/ 0 h 88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09575" h="88475">
                      <a:moveTo>
                        <a:pt x="31220" y="0"/>
                      </a:moveTo>
                      <a:lnTo>
                        <a:pt x="378355" y="0"/>
                      </a:lnTo>
                      <a:cubicBezTo>
                        <a:pt x="395597" y="0"/>
                        <a:pt x="409575" y="13978"/>
                        <a:pt x="409575" y="31220"/>
                      </a:cubicBezTo>
                      <a:lnTo>
                        <a:pt x="409575" y="88475"/>
                      </a:lnTo>
                      <a:lnTo>
                        <a:pt x="0" y="88475"/>
                      </a:lnTo>
                      <a:lnTo>
                        <a:pt x="0" y="31220"/>
                      </a:lnTo>
                      <a:cubicBezTo>
                        <a:pt x="0" y="13978"/>
                        <a:pt x="13978" y="0"/>
                        <a:pt x="31220" y="0"/>
                      </a:cubicBezTo>
                      <a:close/>
                    </a:path>
                  </a:pathLst>
                </a:custGeom>
                <a:solidFill>
                  <a:srgbClr val="C0CAD9"/>
                </a:solidFill>
                <a:ln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3506FEE6-3FF4-100D-5158-9F182BA165F0}"/>
                  </a:ext>
                </a:extLst>
              </p:cNvPr>
              <p:cNvGrpSpPr/>
              <p:nvPr/>
            </p:nvGrpSpPr>
            <p:grpSpPr>
              <a:xfrm>
                <a:off x="2585901" y="3623903"/>
                <a:ext cx="314326" cy="263814"/>
                <a:chOff x="3676649" y="3745954"/>
                <a:chExt cx="314326" cy="263814"/>
              </a:xfrm>
            </p:grpSpPr>
            <p:sp>
              <p:nvSpPr>
                <p:cNvPr id="17" name="Rectangle: Rounded Corners 16">
                  <a:extLst>
                    <a:ext uri="{FF2B5EF4-FFF2-40B4-BE49-F238E27FC236}">
                      <a16:creationId xmlns:a16="http://schemas.microsoft.com/office/drawing/2014/main" id="{CAD5D9CD-EA22-EF43-DFFA-6F4FD64F33A9}"/>
                    </a:ext>
                  </a:extLst>
                </p:cNvPr>
                <p:cNvSpPr/>
                <p:nvPr/>
              </p:nvSpPr>
              <p:spPr>
                <a:xfrm>
                  <a:off x="3676650" y="3745954"/>
                  <a:ext cx="314325" cy="263814"/>
                </a:xfrm>
                <a:prstGeom prst="roundRect">
                  <a:avLst>
                    <a:gd name="adj" fmla="val 9455"/>
                  </a:avLst>
                </a:prstGeom>
                <a:solidFill>
                  <a:schemeClr val="bg1"/>
                </a:solidFill>
                <a:ln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D76238C9-CCA8-5781-E87A-44FC2D8D4CDD}"/>
                    </a:ext>
                  </a:extLst>
                </p:cNvPr>
                <p:cNvSpPr/>
                <p:nvPr/>
              </p:nvSpPr>
              <p:spPr>
                <a:xfrm>
                  <a:off x="3676649" y="3745955"/>
                  <a:ext cx="314325" cy="88475"/>
                </a:xfrm>
                <a:custGeom>
                  <a:avLst/>
                  <a:gdLst>
                    <a:gd name="connsiteX0" fmla="*/ 31220 w 409575"/>
                    <a:gd name="connsiteY0" fmla="*/ 0 h 88475"/>
                    <a:gd name="connsiteX1" fmla="*/ 378355 w 409575"/>
                    <a:gd name="connsiteY1" fmla="*/ 0 h 88475"/>
                    <a:gd name="connsiteX2" fmla="*/ 409575 w 409575"/>
                    <a:gd name="connsiteY2" fmla="*/ 31220 h 88475"/>
                    <a:gd name="connsiteX3" fmla="*/ 409575 w 409575"/>
                    <a:gd name="connsiteY3" fmla="*/ 88475 h 88475"/>
                    <a:gd name="connsiteX4" fmla="*/ 0 w 409575"/>
                    <a:gd name="connsiteY4" fmla="*/ 88475 h 88475"/>
                    <a:gd name="connsiteX5" fmla="*/ 0 w 409575"/>
                    <a:gd name="connsiteY5" fmla="*/ 31220 h 88475"/>
                    <a:gd name="connsiteX6" fmla="*/ 31220 w 409575"/>
                    <a:gd name="connsiteY6" fmla="*/ 0 h 88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09575" h="88475">
                      <a:moveTo>
                        <a:pt x="31220" y="0"/>
                      </a:moveTo>
                      <a:lnTo>
                        <a:pt x="378355" y="0"/>
                      </a:lnTo>
                      <a:cubicBezTo>
                        <a:pt x="395597" y="0"/>
                        <a:pt x="409575" y="13978"/>
                        <a:pt x="409575" y="31220"/>
                      </a:cubicBezTo>
                      <a:lnTo>
                        <a:pt x="409575" y="88475"/>
                      </a:lnTo>
                      <a:lnTo>
                        <a:pt x="0" y="88475"/>
                      </a:lnTo>
                      <a:lnTo>
                        <a:pt x="0" y="31220"/>
                      </a:lnTo>
                      <a:cubicBezTo>
                        <a:pt x="0" y="13978"/>
                        <a:pt x="13978" y="0"/>
                        <a:pt x="31220" y="0"/>
                      </a:cubicBezTo>
                      <a:close/>
                    </a:path>
                  </a:pathLst>
                </a:custGeom>
                <a:solidFill>
                  <a:srgbClr val="C0CAD9"/>
                </a:solidFill>
                <a:ln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8FC51451-2719-4147-C61F-2D7154BE3FD8}"/>
                </a:ext>
              </a:extLst>
            </p:cNvPr>
            <p:cNvGrpSpPr/>
            <p:nvPr/>
          </p:nvGrpSpPr>
          <p:grpSpPr>
            <a:xfrm>
              <a:off x="438618" y="1927852"/>
              <a:ext cx="1772979" cy="564497"/>
              <a:chOff x="2247396" y="5221833"/>
              <a:chExt cx="1772979" cy="564497"/>
            </a:xfrm>
          </p:grpSpPr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9DC4A99A-1148-65A3-C175-2B2F842D024F}"/>
                  </a:ext>
                </a:extLst>
              </p:cNvPr>
              <p:cNvSpPr/>
              <p:nvPr/>
            </p:nvSpPr>
            <p:spPr>
              <a:xfrm>
                <a:off x="2296825" y="5262541"/>
                <a:ext cx="1723550" cy="508651"/>
              </a:xfrm>
              <a:prstGeom prst="roundRect">
                <a:avLst>
                  <a:gd name="adj" fmla="val 8351"/>
                </a:avLst>
              </a:prstGeom>
              <a:solidFill>
                <a:srgbClr val="28364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8C5519D-2CCC-2CDA-9D9D-C8E404AAC13B}"/>
                  </a:ext>
                </a:extLst>
              </p:cNvPr>
              <p:cNvSpPr txBox="1"/>
              <p:nvPr/>
            </p:nvSpPr>
            <p:spPr>
              <a:xfrm>
                <a:off x="2247396" y="5386220"/>
                <a:ext cx="1723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rgbClr val="C55A11"/>
                    </a:solidFill>
                    <a:latin typeface="Lucida Sans Typewriter" panose="020B0509030504030204" pitchFamily="49" charset="0"/>
                  </a:rPr>
                  <a:t> Connector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7A42E9D-5E2F-D7A8-6A00-D64A01AC5AA7}"/>
                  </a:ext>
                </a:extLst>
              </p:cNvPr>
              <p:cNvSpPr txBox="1"/>
              <p:nvPr/>
            </p:nvSpPr>
            <p:spPr>
              <a:xfrm>
                <a:off x="2352767" y="5221833"/>
                <a:ext cx="95410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lang="en-US" sz="2000" b="1" dirty="0">
                    <a:solidFill>
                      <a:schemeClr val="bg1"/>
                    </a:solidFill>
                    <a:latin typeface="Lucida Sans Typewriter" panose="020B0509030504030204" pitchFamily="49" charset="0"/>
                  </a:rPr>
                  <a:t>SysML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20682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2E453-0C9B-680D-C20F-4DF654102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6096"/>
            <a:ext cx="2366010" cy="530225"/>
          </a:xfrm>
        </p:spPr>
        <p:txBody>
          <a:bodyPr/>
          <a:lstStyle/>
          <a:p>
            <a:r>
              <a:rPr lang="en-US" dirty="0"/>
              <a:t>App Icon for presentations (Small, Medium)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3CDE8E8-FC36-800E-3DBA-6C156E88535D}"/>
              </a:ext>
            </a:extLst>
          </p:cNvPr>
          <p:cNvGrpSpPr/>
          <p:nvPr/>
        </p:nvGrpSpPr>
        <p:grpSpPr>
          <a:xfrm>
            <a:off x="105468" y="546321"/>
            <a:ext cx="805350" cy="914399"/>
            <a:chOff x="2234375" y="2730528"/>
            <a:chExt cx="1994726" cy="2264824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F9A9DB5-CF49-CD1D-1437-6526F7A9F239}"/>
                </a:ext>
              </a:extLst>
            </p:cNvPr>
            <p:cNvSpPr/>
            <p:nvPr/>
          </p:nvSpPr>
          <p:spPr>
            <a:xfrm>
              <a:off x="2234375" y="2730528"/>
              <a:ext cx="1994726" cy="2264824"/>
            </a:xfrm>
            <a:prstGeom prst="roundRect">
              <a:avLst>
                <a:gd name="adj" fmla="val 8003"/>
              </a:avLst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F9B157-1415-859E-200C-22DE56073897}"/>
                </a:ext>
              </a:extLst>
            </p:cNvPr>
            <p:cNvGrpSpPr/>
            <p:nvPr/>
          </p:nvGrpSpPr>
          <p:grpSpPr>
            <a:xfrm>
              <a:off x="2661709" y="2958637"/>
              <a:ext cx="1123950" cy="1054173"/>
              <a:chOff x="2255499" y="3431581"/>
              <a:chExt cx="1123950" cy="1054173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C423BA94-FD8D-EF7C-80BC-2213EB6850EE}"/>
                  </a:ext>
                </a:extLst>
              </p:cNvPr>
              <p:cNvSpPr/>
              <p:nvPr/>
            </p:nvSpPr>
            <p:spPr>
              <a:xfrm>
                <a:off x="2255499" y="3431581"/>
                <a:ext cx="1123950" cy="1054173"/>
              </a:xfrm>
              <a:prstGeom prst="roundRect">
                <a:avLst/>
              </a:prstGeom>
              <a:gradFill flip="none" rotWithShape="1">
                <a:gsLst>
                  <a:gs pos="75000">
                    <a:schemeClr val="bg1"/>
                  </a:gs>
                  <a:gs pos="16000">
                    <a:schemeClr val="bg1">
                      <a:lumMod val="85000"/>
                    </a:schemeClr>
                  </a:gs>
                </a:gsLst>
                <a:lin ang="16200000" scaled="1"/>
                <a:tileRect/>
              </a:gradFill>
              <a:ln w="12700">
                <a:solidFill>
                  <a:srgbClr val="C55A1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44EE34-5A1E-BAA4-CD6A-BE8616116D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95588" y="3743482"/>
                <a:ext cx="198098" cy="0"/>
              </a:xfrm>
              <a:prstGeom prst="line">
                <a:avLst/>
              </a:prstGeom>
              <a:ln w="12700">
                <a:solidFill>
                  <a:srgbClr val="2D5B9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A9631977-9918-2E80-A71F-BB0FD68127D5}"/>
                  </a:ext>
                </a:extLst>
              </p:cNvPr>
              <p:cNvGrpSpPr/>
              <p:nvPr/>
            </p:nvGrpSpPr>
            <p:grpSpPr>
              <a:xfrm>
                <a:off x="2993686" y="3615775"/>
                <a:ext cx="314326" cy="263814"/>
                <a:chOff x="3676649" y="3745954"/>
                <a:chExt cx="314326" cy="263814"/>
              </a:xfrm>
            </p:grpSpPr>
            <p:sp>
              <p:nvSpPr>
                <p:cNvPr id="26" name="Rectangle: Rounded Corners 25">
                  <a:extLst>
                    <a:ext uri="{FF2B5EF4-FFF2-40B4-BE49-F238E27FC236}">
                      <a16:creationId xmlns:a16="http://schemas.microsoft.com/office/drawing/2014/main" id="{D14820E5-4B89-A31D-AB78-65383859B431}"/>
                    </a:ext>
                  </a:extLst>
                </p:cNvPr>
                <p:cNvSpPr/>
                <p:nvPr/>
              </p:nvSpPr>
              <p:spPr>
                <a:xfrm>
                  <a:off x="3676650" y="3745954"/>
                  <a:ext cx="314325" cy="263814"/>
                </a:xfrm>
                <a:prstGeom prst="roundRect">
                  <a:avLst>
                    <a:gd name="adj" fmla="val 9455"/>
                  </a:avLst>
                </a:prstGeom>
                <a:solidFill>
                  <a:schemeClr val="bg1"/>
                </a:solidFill>
                <a:ln w="12700"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7" name="Freeform: Shape 26">
                  <a:extLst>
                    <a:ext uri="{FF2B5EF4-FFF2-40B4-BE49-F238E27FC236}">
                      <a16:creationId xmlns:a16="http://schemas.microsoft.com/office/drawing/2014/main" id="{F0E2B6AE-40B6-E820-A268-B9FD35EBAA91}"/>
                    </a:ext>
                  </a:extLst>
                </p:cNvPr>
                <p:cNvSpPr/>
                <p:nvPr/>
              </p:nvSpPr>
              <p:spPr>
                <a:xfrm>
                  <a:off x="3676649" y="3745955"/>
                  <a:ext cx="314325" cy="88475"/>
                </a:xfrm>
                <a:custGeom>
                  <a:avLst/>
                  <a:gdLst>
                    <a:gd name="connsiteX0" fmla="*/ 31220 w 409575"/>
                    <a:gd name="connsiteY0" fmla="*/ 0 h 88475"/>
                    <a:gd name="connsiteX1" fmla="*/ 378355 w 409575"/>
                    <a:gd name="connsiteY1" fmla="*/ 0 h 88475"/>
                    <a:gd name="connsiteX2" fmla="*/ 409575 w 409575"/>
                    <a:gd name="connsiteY2" fmla="*/ 31220 h 88475"/>
                    <a:gd name="connsiteX3" fmla="*/ 409575 w 409575"/>
                    <a:gd name="connsiteY3" fmla="*/ 88475 h 88475"/>
                    <a:gd name="connsiteX4" fmla="*/ 0 w 409575"/>
                    <a:gd name="connsiteY4" fmla="*/ 88475 h 88475"/>
                    <a:gd name="connsiteX5" fmla="*/ 0 w 409575"/>
                    <a:gd name="connsiteY5" fmla="*/ 31220 h 88475"/>
                    <a:gd name="connsiteX6" fmla="*/ 31220 w 409575"/>
                    <a:gd name="connsiteY6" fmla="*/ 0 h 88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09575" h="88475">
                      <a:moveTo>
                        <a:pt x="31220" y="0"/>
                      </a:moveTo>
                      <a:lnTo>
                        <a:pt x="378355" y="0"/>
                      </a:lnTo>
                      <a:cubicBezTo>
                        <a:pt x="395597" y="0"/>
                        <a:pt x="409575" y="13978"/>
                        <a:pt x="409575" y="31220"/>
                      </a:cubicBezTo>
                      <a:lnTo>
                        <a:pt x="409575" y="88475"/>
                      </a:lnTo>
                      <a:lnTo>
                        <a:pt x="0" y="88475"/>
                      </a:lnTo>
                      <a:lnTo>
                        <a:pt x="0" y="31220"/>
                      </a:lnTo>
                      <a:cubicBezTo>
                        <a:pt x="0" y="13978"/>
                        <a:pt x="13978" y="0"/>
                        <a:pt x="31220" y="0"/>
                      </a:cubicBezTo>
                      <a:close/>
                    </a:path>
                  </a:pathLst>
                </a:custGeom>
                <a:solidFill>
                  <a:srgbClr val="C0CAD9"/>
                </a:solidFill>
                <a:ln w="12700"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cxnSp>
            <p:nvCxnSpPr>
              <p:cNvPr id="14" name="Connector: Elbow 13">
                <a:extLst>
                  <a:ext uri="{FF2B5EF4-FFF2-40B4-BE49-F238E27FC236}">
                    <a16:creationId xmlns:a16="http://schemas.microsoft.com/office/drawing/2014/main" id="{FC9F0039-EF21-7488-9299-D69A1169800D}"/>
                  </a:ext>
                </a:extLst>
              </p:cNvPr>
              <p:cNvCxnSpPr>
                <a:cxnSpLocks/>
                <a:stCxn id="18" idx="2"/>
                <a:endCxn id="17" idx="0"/>
              </p:cNvCxnSpPr>
              <p:nvPr/>
            </p:nvCxnSpPr>
            <p:spPr>
              <a:xfrm rot="5400000">
                <a:off x="2370526" y="3929137"/>
                <a:ext cx="313852" cy="16488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rgbClr val="4E4F4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Connector: Elbow 14">
                <a:extLst>
                  <a:ext uri="{FF2B5EF4-FFF2-40B4-BE49-F238E27FC236}">
                    <a16:creationId xmlns:a16="http://schemas.microsoft.com/office/drawing/2014/main" id="{1A0FBCC3-367F-D816-98A7-A871B88E2DEF}"/>
                  </a:ext>
                </a:extLst>
              </p:cNvPr>
              <p:cNvCxnSpPr>
                <a:cxnSpLocks/>
                <a:stCxn id="18" idx="2"/>
                <a:endCxn id="16" idx="0"/>
              </p:cNvCxnSpPr>
              <p:nvPr/>
            </p:nvCxnSpPr>
            <p:spPr>
              <a:xfrm rot="16200000" flipH="1">
                <a:off x="2527171" y="3937377"/>
                <a:ext cx="308437" cy="142989"/>
              </a:xfrm>
              <a:prstGeom prst="bentConnector3">
                <a:avLst>
                  <a:gd name="adj1" fmla="val 50772"/>
                </a:avLst>
              </a:prstGeom>
              <a:ln w="12700">
                <a:solidFill>
                  <a:srgbClr val="4E4F4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80390746-EB33-DCC0-3074-83D007C3F132}"/>
                  </a:ext>
                </a:extLst>
              </p:cNvPr>
              <p:cNvSpPr/>
              <p:nvPr/>
            </p:nvSpPr>
            <p:spPr>
              <a:xfrm>
                <a:off x="2634516" y="4163091"/>
                <a:ext cx="236735" cy="197686"/>
              </a:xfrm>
              <a:prstGeom prst="rect">
                <a:avLst/>
              </a:prstGeom>
              <a:gradFill flip="none" rotWithShape="1">
                <a:gsLst>
                  <a:gs pos="0">
                    <a:srgbClr val="FFD752">
                      <a:shade val="30000"/>
                      <a:satMod val="115000"/>
                    </a:srgbClr>
                  </a:gs>
                  <a:gs pos="27000">
                    <a:srgbClr val="FFD752">
                      <a:shade val="67500"/>
                      <a:satMod val="115000"/>
                    </a:srgbClr>
                  </a:gs>
                  <a:gs pos="100000">
                    <a:schemeClr val="bg1">
                      <a:lumMod val="95000"/>
                    </a:schemeClr>
                  </a:gs>
                  <a:gs pos="60000">
                    <a:srgbClr val="FFD752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 w="12700">
                <a:solidFill>
                  <a:srgbClr val="76622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C7C8F5D-523B-E9F2-F21D-6D605BC54FC3}"/>
                  </a:ext>
                </a:extLst>
              </p:cNvPr>
              <p:cNvSpPr/>
              <p:nvPr/>
            </p:nvSpPr>
            <p:spPr>
              <a:xfrm>
                <a:off x="2326640" y="4168506"/>
                <a:ext cx="236735" cy="197686"/>
              </a:xfrm>
              <a:prstGeom prst="rect">
                <a:avLst/>
              </a:prstGeom>
              <a:gradFill flip="none" rotWithShape="1">
                <a:gsLst>
                  <a:gs pos="0">
                    <a:srgbClr val="FFD752">
                      <a:shade val="30000"/>
                      <a:satMod val="115000"/>
                    </a:srgbClr>
                  </a:gs>
                  <a:gs pos="27000">
                    <a:srgbClr val="FFD752">
                      <a:shade val="67500"/>
                      <a:satMod val="115000"/>
                    </a:srgbClr>
                  </a:gs>
                  <a:gs pos="100000">
                    <a:schemeClr val="bg1">
                      <a:lumMod val="95000"/>
                    </a:schemeClr>
                  </a:gs>
                  <a:gs pos="60000">
                    <a:srgbClr val="FFD752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 w="12700">
                <a:solidFill>
                  <a:srgbClr val="76622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47BDBE1-4D20-E3AD-8A34-B45AB59DD8C1}"/>
                  </a:ext>
                </a:extLst>
              </p:cNvPr>
              <p:cNvSpPr/>
              <p:nvPr/>
            </p:nvSpPr>
            <p:spPr>
              <a:xfrm>
                <a:off x="2476725" y="3656967"/>
                <a:ext cx="266339" cy="197687"/>
              </a:xfrm>
              <a:prstGeom prst="rect">
                <a:avLst/>
              </a:prstGeom>
              <a:gradFill flip="none" rotWithShape="1">
                <a:gsLst>
                  <a:gs pos="0">
                    <a:srgbClr val="FFD752">
                      <a:shade val="30000"/>
                      <a:satMod val="115000"/>
                    </a:srgbClr>
                  </a:gs>
                  <a:gs pos="27000">
                    <a:srgbClr val="FFD752">
                      <a:shade val="67500"/>
                      <a:satMod val="115000"/>
                    </a:srgbClr>
                  </a:gs>
                  <a:gs pos="100000">
                    <a:schemeClr val="bg1">
                      <a:lumMod val="95000"/>
                    </a:schemeClr>
                  </a:gs>
                  <a:gs pos="60000">
                    <a:srgbClr val="FFD752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 w="12700">
                <a:solidFill>
                  <a:srgbClr val="76622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cxnSp>
            <p:nvCxnSpPr>
              <p:cNvPr id="19" name="Connector: Elbow 18">
                <a:extLst>
                  <a:ext uri="{FF2B5EF4-FFF2-40B4-BE49-F238E27FC236}">
                    <a16:creationId xmlns:a16="http://schemas.microsoft.com/office/drawing/2014/main" id="{F17B23B7-0AFE-95E7-0ECA-1EF1732D0133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2794384" y="3786082"/>
                <a:ext cx="267834" cy="226246"/>
              </a:xfrm>
              <a:prstGeom prst="bentConnector3">
                <a:avLst>
                  <a:gd name="adj1" fmla="val 129128"/>
                </a:avLst>
              </a:prstGeom>
              <a:ln w="12700">
                <a:solidFill>
                  <a:srgbClr val="2D5B9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793FB4C3-8A5A-FF3C-D696-5A40C24EA9CF}"/>
                  </a:ext>
                </a:extLst>
              </p:cNvPr>
              <p:cNvGrpSpPr/>
              <p:nvPr/>
            </p:nvGrpSpPr>
            <p:grpSpPr>
              <a:xfrm>
                <a:off x="2986475" y="3995897"/>
                <a:ext cx="314326" cy="263814"/>
                <a:chOff x="3676650" y="4097710"/>
                <a:chExt cx="314326" cy="263814"/>
              </a:xfrm>
            </p:grpSpPr>
            <p:sp>
              <p:nvSpPr>
                <p:cNvPr id="24" name="Rectangle: Rounded Corners 23">
                  <a:extLst>
                    <a:ext uri="{FF2B5EF4-FFF2-40B4-BE49-F238E27FC236}">
                      <a16:creationId xmlns:a16="http://schemas.microsoft.com/office/drawing/2014/main" id="{5E8E1CD1-330E-2242-D847-9DBD34D072FC}"/>
                    </a:ext>
                  </a:extLst>
                </p:cNvPr>
                <p:cNvSpPr/>
                <p:nvPr/>
              </p:nvSpPr>
              <p:spPr>
                <a:xfrm>
                  <a:off x="3676651" y="4097710"/>
                  <a:ext cx="314325" cy="263814"/>
                </a:xfrm>
                <a:prstGeom prst="roundRect">
                  <a:avLst>
                    <a:gd name="adj" fmla="val 9455"/>
                  </a:avLst>
                </a:prstGeom>
                <a:solidFill>
                  <a:schemeClr val="bg1"/>
                </a:solidFill>
                <a:ln w="12700"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5" name="Freeform: Shape 24">
                  <a:extLst>
                    <a:ext uri="{FF2B5EF4-FFF2-40B4-BE49-F238E27FC236}">
                      <a16:creationId xmlns:a16="http://schemas.microsoft.com/office/drawing/2014/main" id="{E6EF4EED-EDED-4392-11F7-B138FDC33B73}"/>
                    </a:ext>
                  </a:extLst>
                </p:cNvPr>
                <p:cNvSpPr/>
                <p:nvPr/>
              </p:nvSpPr>
              <p:spPr>
                <a:xfrm>
                  <a:off x="3676650" y="4097711"/>
                  <a:ext cx="314325" cy="88475"/>
                </a:xfrm>
                <a:custGeom>
                  <a:avLst/>
                  <a:gdLst>
                    <a:gd name="connsiteX0" fmla="*/ 31220 w 409575"/>
                    <a:gd name="connsiteY0" fmla="*/ 0 h 88475"/>
                    <a:gd name="connsiteX1" fmla="*/ 378355 w 409575"/>
                    <a:gd name="connsiteY1" fmla="*/ 0 h 88475"/>
                    <a:gd name="connsiteX2" fmla="*/ 409575 w 409575"/>
                    <a:gd name="connsiteY2" fmla="*/ 31220 h 88475"/>
                    <a:gd name="connsiteX3" fmla="*/ 409575 w 409575"/>
                    <a:gd name="connsiteY3" fmla="*/ 88475 h 88475"/>
                    <a:gd name="connsiteX4" fmla="*/ 0 w 409575"/>
                    <a:gd name="connsiteY4" fmla="*/ 88475 h 88475"/>
                    <a:gd name="connsiteX5" fmla="*/ 0 w 409575"/>
                    <a:gd name="connsiteY5" fmla="*/ 31220 h 88475"/>
                    <a:gd name="connsiteX6" fmla="*/ 31220 w 409575"/>
                    <a:gd name="connsiteY6" fmla="*/ 0 h 88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09575" h="88475">
                      <a:moveTo>
                        <a:pt x="31220" y="0"/>
                      </a:moveTo>
                      <a:lnTo>
                        <a:pt x="378355" y="0"/>
                      </a:lnTo>
                      <a:cubicBezTo>
                        <a:pt x="395597" y="0"/>
                        <a:pt x="409575" y="13978"/>
                        <a:pt x="409575" y="31220"/>
                      </a:cubicBezTo>
                      <a:lnTo>
                        <a:pt x="409575" y="88475"/>
                      </a:lnTo>
                      <a:lnTo>
                        <a:pt x="0" y="88475"/>
                      </a:lnTo>
                      <a:lnTo>
                        <a:pt x="0" y="31220"/>
                      </a:lnTo>
                      <a:cubicBezTo>
                        <a:pt x="0" y="13978"/>
                        <a:pt x="13978" y="0"/>
                        <a:pt x="31220" y="0"/>
                      </a:cubicBezTo>
                      <a:close/>
                    </a:path>
                  </a:pathLst>
                </a:custGeom>
                <a:solidFill>
                  <a:srgbClr val="C0CAD9"/>
                </a:solidFill>
                <a:ln w="12700"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40E28151-576C-BB93-AD04-0D06F341EBFF}"/>
                  </a:ext>
                </a:extLst>
              </p:cNvPr>
              <p:cNvGrpSpPr/>
              <p:nvPr/>
            </p:nvGrpSpPr>
            <p:grpSpPr>
              <a:xfrm>
                <a:off x="2585901" y="3623903"/>
                <a:ext cx="314326" cy="263814"/>
                <a:chOff x="3676649" y="3745954"/>
                <a:chExt cx="314326" cy="263814"/>
              </a:xfrm>
            </p:grpSpPr>
            <p:sp>
              <p:nvSpPr>
                <p:cNvPr id="22" name="Rectangle: Rounded Corners 21">
                  <a:extLst>
                    <a:ext uri="{FF2B5EF4-FFF2-40B4-BE49-F238E27FC236}">
                      <a16:creationId xmlns:a16="http://schemas.microsoft.com/office/drawing/2014/main" id="{E32A8A47-370B-35CB-3043-0930C0AAE4E5}"/>
                    </a:ext>
                  </a:extLst>
                </p:cNvPr>
                <p:cNvSpPr/>
                <p:nvPr/>
              </p:nvSpPr>
              <p:spPr>
                <a:xfrm>
                  <a:off x="3676650" y="3745954"/>
                  <a:ext cx="314325" cy="263814"/>
                </a:xfrm>
                <a:prstGeom prst="roundRect">
                  <a:avLst>
                    <a:gd name="adj" fmla="val 9455"/>
                  </a:avLst>
                </a:prstGeom>
                <a:solidFill>
                  <a:schemeClr val="bg1"/>
                </a:solidFill>
                <a:ln w="12700"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3" name="Freeform: Shape 22">
                  <a:extLst>
                    <a:ext uri="{FF2B5EF4-FFF2-40B4-BE49-F238E27FC236}">
                      <a16:creationId xmlns:a16="http://schemas.microsoft.com/office/drawing/2014/main" id="{05F8684D-9F87-296D-F336-2A4AEA1493F0}"/>
                    </a:ext>
                  </a:extLst>
                </p:cNvPr>
                <p:cNvSpPr/>
                <p:nvPr/>
              </p:nvSpPr>
              <p:spPr>
                <a:xfrm>
                  <a:off x="3676649" y="3745955"/>
                  <a:ext cx="314325" cy="88475"/>
                </a:xfrm>
                <a:custGeom>
                  <a:avLst/>
                  <a:gdLst>
                    <a:gd name="connsiteX0" fmla="*/ 31220 w 409575"/>
                    <a:gd name="connsiteY0" fmla="*/ 0 h 88475"/>
                    <a:gd name="connsiteX1" fmla="*/ 378355 w 409575"/>
                    <a:gd name="connsiteY1" fmla="*/ 0 h 88475"/>
                    <a:gd name="connsiteX2" fmla="*/ 409575 w 409575"/>
                    <a:gd name="connsiteY2" fmla="*/ 31220 h 88475"/>
                    <a:gd name="connsiteX3" fmla="*/ 409575 w 409575"/>
                    <a:gd name="connsiteY3" fmla="*/ 88475 h 88475"/>
                    <a:gd name="connsiteX4" fmla="*/ 0 w 409575"/>
                    <a:gd name="connsiteY4" fmla="*/ 88475 h 88475"/>
                    <a:gd name="connsiteX5" fmla="*/ 0 w 409575"/>
                    <a:gd name="connsiteY5" fmla="*/ 31220 h 88475"/>
                    <a:gd name="connsiteX6" fmla="*/ 31220 w 409575"/>
                    <a:gd name="connsiteY6" fmla="*/ 0 h 88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09575" h="88475">
                      <a:moveTo>
                        <a:pt x="31220" y="0"/>
                      </a:moveTo>
                      <a:lnTo>
                        <a:pt x="378355" y="0"/>
                      </a:lnTo>
                      <a:cubicBezTo>
                        <a:pt x="395597" y="0"/>
                        <a:pt x="409575" y="13978"/>
                        <a:pt x="409575" y="31220"/>
                      </a:cubicBezTo>
                      <a:lnTo>
                        <a:pt x="409575" y="88475"/>
                      </a:lnTo>
                      <a:lnTo>
                        <a:pt x="0" y="88475"/>
                      </a:lnTo>
                      <a:lnTo>
                        <a:pt x="0" y="31220"/>
                      </a:lnTo>
                      <a:cubicBezTo>
                        <a:pt x="0" y="13978"/>
                        <a:pt x="13978" y="0"/>
                        <a:pt x="31220" y="0"/>
                      </a:cubicBezTo>
                      <a:close/>
                    </a:path>
                  </a:pathLst>
                </a:custGeom>
                <a:solidFill>
                  <a:srgbClr val="C0CAD9"/>
                </a:solidFill>
                <a:ln w="12700"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C9382C9-956C-F3F3-0809-53523027A235}"/>
                </a:ext>
              </a:extLst>
            </p:cNvPr>
            <p:cNvGrpSpPr/>
            <p:nvPr/>
          </p:nvGrpSpPr>
          <p:grpSpPr>
            <a:xfrm>
              <a:off x="2250624" y="4248931"/>
              <a:ext cx="1857253" cy="653758"/>
              <a:chOff x="2163122" y="5192193"/>
              <a:chExt cx="1857253" cy="653758"/>
            </a:xfrm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1593092-2854-B838-FCBE-589626A9E937}"/>
                  </a:ext>
                </a:extLst>
              </p:cNvPr>
              <p:cNvSpPr/>
              <p:nvPr/>
            </p:nvSpPr>
            <p:spPr>
              <a:xfrm>
                <a:off x="2296825" y="5262541"/>
                <a:ext cx="1723550" cy="508651"/>
              </a:xfrm>
              <a:prstGeom prst="roundRect">
                <a:avLst>
                  <a:gd name="adj" fmla="val 8351"/>
                </a:avLst>
              </a:prstGeom>
              <a:solidFill>
                <a:srgbClr val="28364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1BEAFF-93B8-4928-D065-09019F5D2B31}"/>
                  </a:ext>
                </a:extLst>
              </p:cNvPr>
              <p:cNvSpPr txBox="1"/>
              <p:nvPr/>
            </p:nvSpPr>
            <p:spPr>
              <a:xfrm>
                <a:off x="2163122" y="5350446"/>
                <a:ext cx="1807322" cy="495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00" b="1" dirty="0">
                    <a:solidFill>
                      <a:srgbClr val="C55A11"/>
                    </a:solidFill>
                    <a:latin typeface="Lucida Sans Typewriter" panose="020B0509030504030204" pitchFamily="49" charset="0"/>
                  </a:rPr>
                  <a:t> Connector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9F82D56-38A7-5A2F-11B9-9D33A6533DC4}"/>
                  </a:ext>
                </a:extLst>
              </p:cNvPr>
              <p:cNvSpPr txBox="1"/>
              <p:nvPr/>
            </p:nvSpPr>
            <p:spPr>
              <a:xfrm>
                <a:off x="2258745" y="5192193"/>
                <a:ext cx="1132353" cy="495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lang="en-US" sz="700" b="1" dirty="0">
                    <a:solidFill>
                      <a:schemeClr val="bg1"/>
                    </a:solidFill>
                    <a:latin typeface="Lucida Sans Typewriter" panose="020B0509030504030204" pitchFamily="49" charset="0"/>
                  </a:rPr>
                  <a:t>SysML</a:t>
                </a:r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E428861-B6DA-3C65-7B94-887C52C219EA}"/>
              </a:ext>
            </a:extLst>
          </p:cNvPr>
          <p:cNvGrpSpPr/>
          <p:nvPr/>
        </p:nvGrpSpPr>
        <p:grpSpPr>
          <a:xfrm>
            <a:off x="1183005" y="1064029"/>
            <a:ext cx="1173560" cy="1332467"/>
            <a:chOff x="338095" y="379809"/>
            <a:chExt cx="1994726" cy="2264824"/>
          </a:xfrm>
        </p:grpSpPr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FAE516AE-738C-06E9-AE7F-7671F3EDFB61}"/>
                </a:ext>
              </a:extLst>
            </p:cNvPr>
            <p:cNvSpPr/>
            <p:nvPr/>
          </p:nvSpPr>
          <p:spPr>
            <a:xfrm>
              <a:off x="338095" y="379809"/>
              <a:ext cx="1994726" cy="2264824"/>
            </a:xfrm>
            <a:prstGeom prst="roundRect">
              <a:avLst>
                <a:gd name="adj" fmla="val 8003"/>
              </a:avLst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4F4F6DD4-ED68-A302-B1B5-4FCFF56AF8A2}"/>
                </a:ext>
              </a:extLst>
            </p:cNvPr>
            <p:cNvGrpSpPr/>
            <p:nvPr/>
          </p:nvGrpSpPr>
          <p:grpSpPr>
            <a:xfrm>
              <a:off x="765429" y="607918"/>
              <a:ext cx="1123950" cy="1054173"/>
              <a:chOff x="2255499" y="3431581"/>
              <a:chExt cx="1123950" cy="1054173"/>
            </a:xfrm>
          </p:grpSpPr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2BA266CF-8D57-CDC8-8993-A7E14E068CFB}"/>
                  </a:ext>
                </a:extLst>
              </p:cNvPr>
              <p:cNvSpPr/>
              <p:nvPr/>
            </p:nvSpPr>
            <p:spPr>
              <a:xfrm>
                <a:off x="2255499" y="3431581"/>
                <a:ext cx="1123950" cy="1054173"/>
              </a:xfrm>
              <a:prstGeom prst="roundRect">
                <a:avLst/>
              </a:prstGeom>
              <a:gradFill flip="none" rotWithShape="1">
                <a:gsLst>
                  <a:gs pos="75000">
                    <a:schemeClr val="bg1"/>
                  </a:gs>
                  <a:gs pos="16000">
                    <a:schemeClr val="bg1">
                      <a:lumMod val="85000"/>
                    </a:schemeClr>
                  </a:gs>
                </a:gsLst>
                <a:lin ang="16200000" scaled="1"/>
                <a:tileRect/>
              </a:gradFill>
              <a:ln>
                <a:solidFill>
                  <a:srgbClr val="C55A1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E90D512F-C10F-CD77-82B2-B8A2A61E05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95588" y="3743482"/>
                <a:ext cx="198098" cy="0"/>
              </a:xfrm>
              <a:prstGeom prst="line">
                <a:avLst/>
              </a:prstGeom>
              <a:ln w="19050">
                <a:solidFill>
                  <a:srgbClr val="2D5B9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02464B41-C875-1F5B-ACD5-EC16C99FFAE9}"/>
                  </a:ext>
                </a:extLst>
              </p:cNvPr>
              <p:cNvGrpSpPr/>
              <p:nvPr/>
            </p:nvGrpSpPr>
            <p:grpSpPr>
              <a:xfrm>
                <a:off x="2993686" y="3615775"/>
                <a:ext cx="314326" cy="263814"/>
                <a:chOff x="3676649" y="3745954"/>
                <a:chExt cx="314326" cy="263814"/>
              </a:xfrm>
            </p:grpSpPr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A2C212DC-FAF3-9F3C-FF11-D6883C5FE71F}"/>
                    </a:ext>
                  </a:extLst>
                </p:cNvPr>
                <p:cNvSpPr/>
                <p:nvPr/>
              </p:nvSpPr>
              <p:spPr>
                <a:xfrm>
                  <a:off x="3676650" y="3745954"/>
                  <a:ext cx="314325" cy="263814"/>
                </a:xfrm>
                <a:prstGeom prst="roundRect">
                  <a:avLst>
                    <a:gd name="adj" fmla="val 9455"/>
                  </a:avLst>
                </a:prstGeom>
                <a:solidFill>
                  <a:schemeClr val="bg1"/>
                </a:solidFill>
                <a:ln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51" name="Freeform: Shape 50">
                  <a:extLst>
                    <a:ext uri="{FF2B5EF4-FFF2-40B4-BE49-F238E27FC236}">
                      <a16:creationId xmlns:a16="http://schemas.microsoft.com/office/drawing/2014/main" id="{DAF7B80A-0C76-9068-BAA6-A68EA4932E58}"/>
                    </a:ext>
                  </a:extLst>
                </p:cNvPr>
                <p:cNvSpPr/>
                <p:nvPr/>
              </p:nvSpPr>
              <p:spPr>
                <a:xfrm>
                  <a:off x="3676649" y="3745955"/>
                  <a:ext cx="314325" cy="88475"/>
                </a:xfrm>
                <a:custGeom>
                  <a:avLst/>
                  <a:gdLst>
                    <a:gd name="connsiteX0" fmla="*/ 31220 w 409575"/>
                    <a:gd name="connsiteY0" fmla="*/ 0 h 88475"/>
                    <a:gd name="connsiteX1" fmla="*/ 378355 w 409575"/>
                    <a:gd name="connsiteY1" fmla="*/ 0 h 88475"/>
                    <a:gd name="connsiteX2" fmla="*/ 409575 w 409575"/>
                    <a:gd name="connsiteY2" fmla="*/ 31220 h 88475"/>
                    <a:gd name="connsiteX3" fmla="*/ 409575 w 409575"/>
                    <a:gd name="connsiteY3" fmla="*/ 88475 h 88475"/>
                    <a:gd name="connsiteX4" fmla="*/ 0 w 409575"/>
                    <a:gd name="connsiteY4" fmla="*/ 88475 h 88475"/>
                    <a:gd name="connsiteX5" fmla="*/ 0 w 409575"/>
                    <a:gd name="connsiteY5" fmla="*/ 31220 h 88475"/>
                    <a:gd name="connsiteX6" fmla="*/ 31220 w 409575"/>
                    <a:gd name="connsiteY6" fmla="*/ 0 h 88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09575" h="88475">
                      <a:moveTo>
                        <a:pt x="31220" y="0"/>
                      </a:moveTo>
                      <a:lnTo>
                        <a:pt x="378355" y="0"/>
                      </a:lnTo>
                      <a:cubicBezTo>
                        <a:pt x="395597" y="0"/>
                        <a:pt x="409575" y="13978"/>
                        <a:pt x="409575" y="31220"/>
                      </a:cubicBezTo>
                      <a:lnTo>
                        <a:pt x="409575" y="88475"/>
                      </a:lnTo>
                      <a:lnTo>
                        <a:pt x="0" y="88475"/>
                      </a:lnTo>
                      <a:lnTo>
                        <a:pt x="0" y="31220"/>
                      </a:lnTo>
                      <a:cubicBezTo>
                        <a:pt x="0" y="13978"/>
                        <a:pt x="13978" y="0"/>
                        <a:pt x="31220" y="0"/>
                      </a:cubicBezTo>
                      <a:close/>
                    </a:path>
                  </a:pathLst>
                </a:custGeom>
                <a:solidFill>
                  <a:srgbClr val="C0CAD9"/>
                </a:solidFill>
                <a:ln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cxnSp>
            <p:nvCxnSpPr>
              <p:cNvPr id="38" name="Connector: Elbow 37">
                <a:extLst>
                  <a:ext uri="{FF2B5EF4-FFF2-40B4-BE49-F238E27FC236}">
                    <a16:creationId xmlns:a16="http://schemas.microsoft.com/office/drawing/2014/main" id="{C97620FF-0781-A064-B901-A241BB266A50}"/>
                  </a:ext>
                </a:extLst>
              </p:cNvPr>
              <p:cNvCxnSpPr>
                <a:cxnSpLocks/>
                <a:stCxn id="42" idx="2"/>
                <a:endCxn id="41" idx="0"/>
              </p:cNvCxnSpPr>
              <p:nvPr/>
            </p:nvCxnSpPr>
            <p:spPr>
              <a:xfrm rot="5400000">
                <a:off x="2370526" y="3929137"/>
                <a:ext cx="313852" cy="164887"/>
              </a:xfrm>
              <a:prstGeom prst="bentConnector3">
                <a:avLst>
                  <a:gd name="adj1" fmla="val 50000"/>
                </a:avLst>
              </a:prstGeom>
              <a:ln w="19050">
                <a:solidFill>
                  <a:srgbClr val="4E4F4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Connector: Elbow 38">
                <a:extLst>
                  <a:ext uri="{FF2B5EF4-FFF2-40B4-BE49-F238E27FC236}">
                    <a16:creationId xmlns:a16="http://schemas.microsoft.com/office/drawing/2014/main" id="{01D46444-C242-2071-4CA5-C94FF42ED5B8}"/>
                  </a:ext>
                </a:extLst>
              </p:cNvPr>
              <p:cNvCxnSpPr>
                <a:cxnSpLocks/>
                <a:stCxn id="42" idx="2"/>
                <a:endCxn id="40" idx="0"/>
              </p:cNvCxnSpPr>
              <p:nvPr/>
            </p:nvCxnSpPr>
            <p:spPr>
              <a:xfrm rot="16200000" flipH="1">
                <a:off x="2527171" y="3937377"/>
                <a:ext cx="308437" cy="142989"/>
              </a:xfrm>
              <a:prstGeom prst="bentConnector3">
                <a:avLst>
                  <a:gd name="adj1" fmla="val 50772"/>
                </a:avLst>
              </a:prstGeom>
              <a:ln w="19050">
                <a:solidFill>
                  <a:srgbClr val="4E4F4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C14969D7-94C9-EAF4-883D-089E751AC6D7}"/>
                  </a:ext>
                </a:extLst>
              </p:cNvPr>
              <p:cNvSpPr/>
              <p:nvPr/>
            </p:nvSpPr>
            <p:spPr>
              <a:xfrm>
                <a:off x="2634516" y="4163091"/>
                <a:ext cx="236735" cy="197686"/>
              </a:xfrm>
              <a:prstGeom prst="rect">
                <a:avLst/>
              </a:prstGeom>
              <a:gradFill flip="none" rotWithShape="1">
                <a:gsLst>
                  <a:gs pos="0">
                    <a:srgbClr val="FFD752">
                      <a:shade val="30000"/>
                      <a:satMod val="115000"/>
                    </a:srgbClr>
                  </a:gs>
                  <a:gs pos="27000">
                    <a:srgbClr val="FFD752">
                      <a:shade val="67500"/>
                      <a:satMod val="115000"/>
                    </a:srgbClr>
                  </a:gs>
                  <a:gs pos="100000">
                    <a:schemeClr val="bg1">
                      <a:lumMod val="95000"/>
                    </a:schemeClr>
                  </a:gs>
                  <a:gs pos="60000">
                    <a:srgbClr val="FFD752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solidFill>
                  <a:srgbClr val="76622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140298-944B-16C6-6B73-4796B77244B0}"/>
                  </a:ext>
                </a:extLst>
              </p:cNvPr>
              <p:cNvSpPr/>
              <p:nvPr/>
            </p:nvSpPr>
            <p:spPr>
              <a:xfrm>
                <a:off x="2326640" y="4168506"/>
                <a:ext cx="236735" cy="197686"/>
              </a:xfrm>
              <a:prstGeom prst="rect">
                <a:avLst/>
              </a:prstGeom>
              <a:gradFill flip="none" rotWithShape="1">
                <a:gsLst>
                  <a:gs pos="0">
                    <a:srgbClr val="FFD752">
                      <a:shade val="30000"/>
                      <a:satMod val="115000"/>
                    </a:srgbClr>
                  </a:gs>
                  <a:gs pos="27000">
                    <a:srgbClr val="FFD752">
                      <a:shade val="67500"/>
                      <a:satMod val="115000"/>
                    </a:srgbClr>
                  </a:gs>
                  <a:gs pos="100000">
                    <a:schemeClr val="bg1">
                      <a:lumMod val="95000"/>
                    </a:schemeClr>
                  </a:gs>
                  <a:gs pos="60000">
                    <a:srgbClr val="FFD752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solidFill>
                  <a:srgbClr val="76622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DC63ECBB-ABFC-EF7B-39D0-B83FA2DE5D57}"/>
                  </a:ext>
                </a:extLst>
              </p:cNvPr>
              <p:cNvSpPr/>
              <p:nvPr/>
            </p:nvSpPr>
            <p:spPr>
              <a:xfrm>
                <a:off x="2476725" y="3656967"/>
                <a:ext cx="266339" cy="197687"/>
              </a:xfrm>
              <a:prstGeom prst="rect">
                <a:avLst/>
              </a:prstGeom>
              <a:gradFill flip="none" rotWithShape="1">
                <a:gsLst>
                  <a:gs pos="0">
                    <a:srgbClr val="FFD752">
                      <a:shade val="30000"/>
                      <a:satMod val="115000"/>
                    </a:srgbClr>
                  </a:gs>
                  <a:gs pos="27000">
                    <a:srgbClr val="FFD752">
                      <a:shade val="67500"/>
                      <a:satMod val="115000"/>
                    </a:srgbClr>
                  </a:gs>
                  <a:gs pos="100000">
                    <a:schemeClr val="bg1">
                      <a:lumMod val="95000"/>
                    </a:schemeClr>
                  </a:gs>
                  <a:gs pos="60000">
                    <a:srgbClr val="FFD752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solidFill>
                  <a:srgbClr val="76622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cxnSp>
            <p:nvCxnSpPr>
              <p:cNvPr id="43" name="Connector: Elbow 42">
                <a:extLst>
                  <a:ext uri="{FF2B5EF4-FFF2-40B4-BE49-F238E27FC236}">
                    <a16:creationId xmlns:a16="http://schemas.microsoft.com/office/drawing/2014/main" id="{61F220D9-7294-A8D9-7445-2AC79C1B31B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2794384" y="3786082"/>
                <a:ext cx="267834" cy="226246"/>
              </a:xfrm>
              <a:prstGeom prst="bentConnector3">
                <a:avLst>
                  <a:gd name="adj1" fmla="val 129128"/>
                </a:avLst>
              </a:prstGeom>
              <a:ln w="19050">
                <a:solidFill>
                  <a:srgbClr val="2D5B9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34EBD313-C336-6C66-40CD-55C51A8EFBE5}"/>
                  </a:ext>
                </a:extLst>
              </p:cNvPr>
              <p:cNvGrpSpPr/>
              <p:nvPr/>
            </p:nvGrpSpPr>
            <p:grpSpPr>
              <a:xfrm>
                <a:off x="2986475" y="3995897"/>
                <a:ext cx="314326" cy="263814"/>
                <a:chOff x="3676650" y="4097710"/>
                <a:chExt cx="314326" cy="263814"/>
              </a:xfrm>
            </p:grpSpPr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0AA37A8F-626A-5CA4-9128-2DB2DB002B60}"/>
                    </a:ext>
                  </a:extLst>
                </p:cNvPr>
                <p:cNvSpPr/>
                <p:nvPr/>
              </p:nvSpPr>
              <p:spPr>
                <a:xfrm>
                  <a:off x="3676651" y="4097710"/>
                  <a:ext cx="314325" cy="263814"/>
                </a:xfrm>
                <a:prstGeom prst="roundRect">
                  <a:avLst>
                    <a:gd name="adj" fmla="val 9455"/>
                  </a:avLst>
                </a:prstGeom>
                <a:solidFill>
                  <a:schemeClr val="bg1"/>
                </a:solidFill>
                <a:ln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9" name="Freeform: Shape 48">
                  <a:extLst>
                    <a:ext uri="{FF2B5EF4-FFF2-40B4-BE49-F238E27FC236}">
                      <a16:creationId xmlns:a16="http://schemas.microsoft.com/office/drawing/2014/main" id="{30CF48D6-21AC-0DD7-8033-307019B5B547}"/>
                    </a:ext>
                  </a:extLst>
                </p:cNvPr>
                <p:cNvSpPr/>
                <p:nvPr/>
              </p:nvSpPr>
              <p:spPr>
                <a:xfrm>
                  <a:off x="3676650" y="4097711"/>
                  <a:ext cx="314325" cy="88475"/>
                </a:xfrm>
                <a:custGeom>
                  <a:avLst/>
                  <a:gdLst>
                    <a:gd name="connsiteX0" fmla="*/ 31220 w 409575"/>
                    <a:gd name="connsiteY0" fmla="*/ 0 h 88475"/>
                    <a:gd name="connsiteX1" fmla="*/ 378355 w 409575"/>
                    <a:gd name="connsiteY1" fmla="*/ 0 h 88475"/>
                    <a:gd name="connsiteX2" fmla="*/ 409575 w 409575"/>
                    <a:gd name="connsiteY2" fmla="*/ 31220 h 88475"/>
                    <a:gd name="connsiteX3" fmla="*/ 409575 w 409575"/>
                    <a:gd name="connsiteY3" fmla="*/ 88475 h 88475"/>
                    <a:gd name="connsiteX4" fmla="*/ 0 w 409575"/>
                    <a:gd name="connsiteY4" fmla="*/ 88475 h 88475"/>
                    <a:gd name="connsiteX5" fmla="*/ 0 w 409575"/>
                    <a:gd name="connsiteY5" fmla="*/ 31220 h 88475"/>
                    <a:gd name="connsiteX6" fmla="*/ 31220 w 409575"/>
                    <a:gd name="connsiteY6" fmla="*/ 0 h 88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09575" h="88475">
                      <a:moveTo>
                        <a:pt x="31220" y="0"/>
                      </a:moveTo>
                      <a:lnTo>
                        <a:pt x="378355" y="0"/>
                      </a:lnTo>
                      <a:cubicBezTo>
                        <a:pt x="395597" y="0"/>
                        <a:pt x="409575" y="13978"/>
                        <a:pt x="409575" y="31220"/>
                      </a:cubicBezTo>
                      <a:lnTo>
                        <a:pt x="409575" y="88475"/>
                      </a:lnTo>
                      <a:lnTo>
                        <a:pt x="0" y="88475"/>
                      </a:lnTo>
                      <a:lnTo>
                        <a:pt x="0" y="31220"/>
                      </a:lnTo>
                      <a:cubicBezTo>
                        <a:pt x="0" y="13978"/>
                        <a:pt x="13978" y="0"/>
                        <a:pt x="31220" y="0"/>
                      </a:cubicBezTo>
                      <a:close/>
                    </a:path>
                  </a:pathLst>
                </a:custGeom>
                <a:solidFill>
                  <a:srgbClr val="C0CAD9"/>
                </a:solidFill>
                <a:ln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4339668B-B9A2-B93A-8DAB-67F0C3184273}"/>
                  </a:ext>
                </a:extLst>
              </p:cNvPr>
              <p:cNvGrpSpPr/>
              <p:nvPr/>
            </p:nvGrpSpPr>
            <p:grpSpPr>
              <a:xfrm>
                <a:off x="2585901" y="3623903"/>
                <a:ext cx="314326" cy="263814"/>
                <a:chOff x="3676649" y="3745954"/>
                <a:chExt cx="314326" cy="263814"/>
              </a:xfrm>
            </p:grpSpPr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EE9BC616-4B07-2C95-E0EB-E8ADFFFAB82A}"/>
                    </a:ext>
                  </a:extLst>
                </p:cNvPr>
                <p:cNvSpPr/>
                <p:nvPr/>
              </p:nvSpPr>
              <p:spPr>
                <a:xfrm>
                  <a:off x="3676650" y="3745954"/>
                  <a:ext cx="314325" cy="263814"/>
                </a:xfrm>
                <a:prstGeom prst="roundRect">
                  <a:avLst>
                    <a:gd name="adj" fmla="val 9455"/>
                  </a:avLst>
                </a:prstGeom>
                <a:solidFill>
                  <a:schemeClr val="bg1"/>
                </a:solidFill>
                <a:ln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7" name="Freeform: Shape 46">
                  <a:extLst>
                    <a:ext uri="{FF2B5EF4-FFF2-40B4-BE49-F238E27FC236}">
                      <a16:creationId xmlns:a16="http://schemas.microsoft.com/office/drawing/2014/main" id="{DA8D5F05-D3E3-145E-D7EF-3656A11624E2}"/>
                    </a:ext>
                  </a:extLst>
                </p:cNvPr>
                <p:cNvSpPr/>
                <p:nvPr/>
              </p:nvSpPr>
              <p:spPr>
                <a:xfrm>
                  <a:off x="3676649" y="3745955"/>
                  <a:ext cx="314325" cy="88475"/>
                </a:xfrm>
                <a:custGeom>
                  <a:avLst/>
                  <a:gdLst>
                    <a:gd name="connsiteX0" fmla="*/ 31220 w 409575"/>
                    <a:gd name="connsiteY0" fmla="*/ 0 h 88475"/>
                    <a:gd name="connsiteX1" fmla="*/ 378355 w 409575"/>
                    <a:gd name="connsiteY1" fmla="*/ 0 h 88475"/>
                    <a:gd name="connsiteX2" fmla="*/ 409575 w 409575"/>
                    <a:gd name="connsiteY2" fmla="*/ 31220 h 88475"/>
                    <a:gd name="connsiteX3" fmla="*/ 409575 w 409575"/>
                    <a:gd name="connsiteY3" fmla="*/ 88475 h 88475"/>
                    <a:gd name="connsiteX4" fmla="*/ 0 w 409575"/>
                    <a:gd name="connsiteY4" fmla="*/ 88475 h 88475"/>
                    <a:gd name="connsiteX5" fmla="*/ 0 w 409575"/>
                    <a:gd name="connsiteY5" fmla="*/ 31220 h 88475"/>
                    <a:gd name="connsiteX6" fmla="*/ 31220 w 409575"/>
                    <a:gd name="connsiteY6" fmla="*/ 0 h 88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09575" h="88475">
                      <a:moveTo>
                        <a:pt x="31220" y="0"/>
                      </a:moveTo>
                      <a:lnTo>
                        <a:pt x="378355" y="0"/>
                      </a:lnTo>
                      <a:cubicBezTo>
                        <a:pt x="395597" y="0"/>
                        <a:pt x="409575" y="13978"/>
                        <a:pt x="409575" y="31220"/>
                      </a:cubicBezTo>
                      <a:lnTo>
                        <a:pt x="409575" y="88475"/>
                      </a:lnTo>
                      <a:lnTo>
                        <a:pt x="0" y="88475"/>
                      </a:lnTo>
                      <a:lnTo>
                        <a:pt x="0" y="31220"/>
                      </a:lnTo>
                      <a:cubicBezTo>
                        <a:pt x="0" y="13978"/>
                        <a:pt x="13978" y="0"/>
                        <a:pt x="31220" y="0"/>
                      </a:cubicBezTo>
                      <a:close/>
                    </a:path>
                  </a:pathLst>
                </a:custGeom>
                <a:solidFill>
                  <a:srgbClr val="C0CAD9"/>
                </a:solidFill>
                <a:ln>
                  <a:solidFill>
                    <a:srgbClr val="26559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5081DB5-22E0-3074-C3F6-72449FC5D43D}"/>
                </a:ext>
              </a:extLst>
            </p:cNvPr>
            <p:cNvGrpSpPr/>
            <p:nvPr/>
          </p:nvGrpSpPr>
          <p:grpSpPr>
            <a:xfrm>
              <a:off x="353300" y="1909423"/>
              <a:ext cx="1894184" cy="635209"/>
              <a:chOff x="2162078" y="5203404"/>
              <a:chExt cx="1894184" cy="635209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6115F242-AA4B-F92E-0B5C-137DD4123F01}"/>
                  </a:ext>
                </a:extLst>
              </p:cNvPr>
              <p:cNvSpPr/>
              <p:nvPr/>
            </p:nvSpPr>
            <p:spPr>
              <a:xfrm>
                <a:off x="2296825" y="5262541"/>
                <a:ext cx="1723550" cy="508651"/>
              </a:xfrm>
              <a:prstGeom prst="roundRect">
                <a:avLst>
                  <a:gd name="adj" fmla="val 8351"/>
                </a:avLst>
              </a:prstGeom>
              <a:solidFill>
                <a:srgbClr val="28364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2B1E135-094D-CB0F-AECA-9C8D8D151CB0}"/>
                  </a:ext>
                </a:extLst>
              </p:cNvPr>
              <p:cNvSpPr txBox="1"/>
              <p:nvPr/>
            </p:nvSpPr>
            <p:spPr>
              <a:xfrm>
                <a:off x="2162078" y="5367791"/>
                <a:ext cx="1894184" cy="4708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rgbClr val="C55A11"/>
                    </a:solidFill>
                    <a:latin typeface="Lucida Sans Typewriter" panose="020B0509030504030204" pitchFamily="49" charset="0"/>
                  </a:rPr>
                  <a:t> Connector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CD1CD08-5F2E-A476-678F-2BC3B4D5E25B}"/>
                  </a:ext>
                </a:extLst>
              </p:cNvPr>
              <p:cNvSpPr txBox="1"/>
              <p:nvPr/>
            </p:nvSpPr>
            <p:spPr>
              <a:xfrm>
                <a:off x="2277802" y="5203404"/>
                <a:ext cx="1104032" cy="4708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Lucida Sans Typewriter" panose="020B0509030504030204" pitchFamily="49" charset="0"/>
                  </a:rPr>
                  <a:t>SysML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04712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154</TotalTime>
  <Words>48</Words>
  <Application>Microsoft Office PowerPoint</Application>
  <PresentationFormat>Custom</PresentationFormat>
  <Paragraphs>24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Lucida Sans Typewriter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App Icon Sketch for presentations (Large)</vt:lpstr>
      <vt:lpstr>App Icon for presentations (Small, Medium)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Josh Kahn</dc:creator>
  <cp:lastModifiedBy>Josh Kahn</cp:lastModifiedBy>
  <cp:revision>13</cp:revision>
  <dcterms:created xsi:type="dcterms:W3CDTF">2024-03-25T14:40:51Z</dcterms:created>
  <dcterms:modified xsi:type="dcterms:W3CDTF">2024-05-21T15:49:12Z</dcterms:modified>
</cp:coreProperties>
</file>