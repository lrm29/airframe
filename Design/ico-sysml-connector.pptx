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2" r:id="rId6"/>
  </p:sldIdLst>
  <p:sldSz cx="27432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11"/>
    <a:srgbClr val="4C7DAB"/>
    <a:srgbClr val="222A35"/>
    <a:srgbClr val="090909"/>
    <a:srgbClr val="ABC0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21" autoAdjust="0"/>
    <p:restoredTop sz="94660"/>
  </p:normalViewPr>
  <p:slideViewPr>
    <p:cSldViewPr snapToGrid="0">
      <p:cViewPr>
        <p:scale>
          <a:sx n="125" d="100"/>
          <a:sy n="125" d="100"/>
        </p:scale>
        <p:origin x="4116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448945"/>
            <a:ext cx="2331720" cy="955040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440815"/>
            <a:ext cx="2057400" cy="662305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7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70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683896"/>
            <a:ext cx="2366010" cy="1141095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1835786"/>
            <a:ext cx="2366010" cy="600075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/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75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53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6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146051"/>
            <a:ext cx="236601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672465"/>
            <a:ext cx="1160502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1002030"/>
            <a:ext cx="116050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672465"/>
            <a:ext cx="1166217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1002030"/>
            <a:ext cx="116621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41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08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3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394971"/>
            <a:ext cx="1388745" cy="1949450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7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394971"/>
            <a:ext cx="1388745" cy="1949450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79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146050"/>
            <a:ext cx="591503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146050"/>
            <a:ext cx="1740218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30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146051"/>
            <a:ext cx="236601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730250"/>
            <a:ext cx="236601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EBFF9-250A-4D6B-B7B3-3F1E7C2640F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B1BCC-2CAF-4A7D-BB4A-D964CF8EA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8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000">
              <a:schemeClr val="accent5"/>
            </a:gs>
            <a:gs pos="0">
              <a:schemeClr val="accent4">
                <a:lumMod val="0"/>
                <a:lumOff val="100000"/>
              </a:schemeClr>
            </a:gs>
            <a:gs pos="100000">
              <a:schemeClr val="tx2">
                <a:lumMod val="5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01678692-3754-FEEA-7C6B-BD8B67F32234}"/>
              </a:ext>
            </a:extLst>
          </p:cNvPr>
          <p:cNvSpPr/>
          <p:nvPr/>
        </p:nvSpPr>
        <p:spPr>
          <a:xfrm rot="10800000" flipH="1">
            <a:off x="341591" y="959157"/>
            <a:ext cx="606474" cy="802813"/>
          </a:xfrm>
          <a:prstGeom prst="foldedCorner">
            <a:avLst>
              <a:gd name="adj" fmla="val 419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F85668A9-32D2-7167-C325-F9ECECCE9C32}"/>
              </a:ext>
            </a:extLst>
          </p:cNvPr>
          <p:cNvSpPr/>
          <p:nvPr/>
        </p:nvSpPr>
        <p:spPr>
          <a:xfrm rot="10800000" flipH="1">
            <a:off x="251316" y="1008906"/>
            <a:ext cx="606474" cy="802813"/>
          </a:xfrm>
          <a:prstGeom prst="foldedCorner">
            <a:avLst>
              <a:gd name="adj" fmla="val 419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0193A0-20E5-EE78-85FC-F72CC286E722}"/>
              </a:ext>
            </a:extLst>
          </p:cNvPr>
          <p:cNvSpPr txBox="1"/>
          <p:nvPr/>
        </p:nvSpPr>
        <p:spPr>
          <a:xfrm>
            <a:off x="-37283" y="2166424"/>
            <a:ext cx="2653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55A11"/>
                </a:solidFill>
                <a:latin typeface="Lucida Sans Typewriter" panose="020B0509030504030204" pitchFamily="49" charset="0"/>
              </a:rPr>
              <a:t> Connector</a:t>
            </a:r>
          </a:p>
        </p:txBody>
      </p:sp>
      <p:sp>
        <p:nvSpPr>
          <p:cNvPr id="27" name="Rectangle: Folded Corner 26">
            <a:extLst>
              <a:ext uri="{FF2B5EF4-FFF2-40B4-BE49-F238E27FC236}">
                <a16:creationId xmlns:a16="http://schemas.microsoft.com/office/drawing/2014/main" id="{DF8DF1B3-0D25-6509-B36B-BE3B82F70C04}"/>
              </a:ext>
            </a:extLst>
          </p:cNvPr>
          <p:cNvSpPr/>
          <p:nvPr/>
        </p:nvSpPr>
        <p:spPr>
          <a:xfrm rot="10800000" flipH="1">
            <a:off x="125615" y="1059279"/>
            <a:ext cx="606474" cy="802813"/>
          </a:xfrm>
          <a:prstGeom prst="foldedCorner">
            <a:avLst>
              <a:gd name="adj" fmla="val 419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E7CD5E-51D7-7281-EDF9-9423DDACDF37}"/>
              </a:ext>
            </a:extLst>
          </p:cNvPr>
          <p:cNvGrpSpPr/>
          <p:nvPr/>
        </p:nvGrpSpPr>
        <p:grpSpPr>
          <a:xfrm>
            <a:off x="1709554" y="820624"/>
            <a:ext cx="906453" cy="1118737"/>
            <a:chOff x="3056554" y="3795139"/>
            <a:chExt cx="532532" cy="657247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D6CC072-0471-A6D6-8016-D6CF7BFE820D}"/>
                </a:ext>
              </a:extLst>
            </p:cNvPr>
            <p:cNvSpPr/>
            <p:nvPr/>
          </p:nvSpPr>
          <p:spPr>
            <a:xfrm>
              <a:off x="3056554" y="3795139"/>
              <a:ext cx="532532" cy="657247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97D5E48-094C-99F5-9235-7E505C595229}"/>
                </a:ext>
              </a:extLst>
            </p:cNvPr>
            <p:cNvSpPr/>
            <p:nvPr/>
          </p:nvSpPr>
          <p:spPr>
            <a:xfrm>
              <a:off x="3176694" y="4109554"/>
              <a:ext cx="292251" cy="85247"/>
            </a:xfrm>
            <a:custGeom>
              <a:avLst/>
              <a:gdLst>
                <a:gd name="connsiteX0" fmla="*/ 159410 w 292251"/>
                <a:gd name="connsiteY0" fmla="*/ 28416 h 85247"/>
                <a:gd name="connsiteX1" fmla="*/ 159410 w 292251"/>
                <a:gd name="connsiteY1" fmla="*/ 0 h 85247"/>
                <a:gd name="connsiteX2" fmla="*/ 132841 w 292251"/>
                <a:gd name="connsiteY2" fmla="*/ 0 h 85247"/>
                <a:gd name="connsiteX3" fmla="*/ 132841 w 292251"/>
                <a:gd name="connsiteY3" fmla="*/ 28416 h 85247"/>
                <a:gd name="connsiteX4" fmla="*/ 0 w 292251"/>
                <a:gd name="connsiteY4" fmla="*/ 28416 h 85247"/>
                <a:gd name="connsiteX5" fmla="*/ 0 w 292251"/>
                <a:gd name="connsiteY5" fmla="*/ 85247 h 85247"/>
                <a:gd name="connsiteX6" fmla="*/ 26568 w 292251"/>
                <a:gd name="connsiteY6" fmla="*/ 85247 h 85247"/>
                <a:gd name="connsiteX7" fmla="*/ 26568 w 292251"/>
                <a:gd name="connsiteY7" fmla="*/ 56832 h 85247"/>
                <a:gd name="connsiteX8" fmla="*/ 265683 w 292251"/>
                <a:gd name="connsiteY8" fmla="*/ 56832 h 85247"/>
                <a:gd name="connsiteX9" fmla="*/ 265683 w 292251"/>
                <a:gd name="connsiteY9" fmla="*/ 85247 h 85247"/>
                <a:gd name="connsiteX10" fmla="*/ 292251 w 292251"/>
                <a:gd name="connsiteY10" fmla="*/ 85247 h 85247"/>
                <a:gd name="connsiteX11" fmla="*/ 292251 w 292251"/>
                <a:gd name="connsiteY11" fmla="*/ 28416 h 85247"/>
                <a:gd name="connsiteX12" fmla="*/ 159410 w 292251"/>
                <a:gd name="connsiteY12" fmla="*/ 28416 h 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251" h="85247">
                  <a:moveTo>
                    <a:pt x="159410" y="28416"/>
                  </a:moveTo>
                  <a:lnTo>
                    <a:pt x="159410" y="0"/>
                  </a:lnTo>
                  <a:lnTo>
                    <a:pt x="132841" y="0"/>
                  </a:lnTo>
                  <a:lnTo>
                    <a:pt x="132841" y="28416"/>
                  </a:lnTo>
                  <a:lnTo>
                    <a:pt x="0" y="28416"/>
                  </a:lnTo>
                  <a:lnTo>
                    <a:pt x="0" y="85247"/>
                  </a:lnTo>
                  <a:lnTo>
                    <a:pt x="26568" y="85247"/>
                  </a:lnTo>
                  <a:lnTo>
                    <a:pt x="26568" y="56832"/>
                  </a:lnTo>
                  <a:lnTo>
                    <a:pt x="265683" y="56832"/>
                  </a:lnTo>
                  <a:lnTo>
                    <a:pt x="265683" y="85247"/>
                  </a:lnTo>
                  <a:lnTo>
                    <a:pt x="292251" y="85247"/>
                  </a:lnTo>
                  <a:lnTo>
                    <a:pt x="292251" y="28416"/>
                  </a:lnTo>
                  <a:lnTo>
                    <a:pt x="159410" y="28416"/>
                  </a:lnTo>
                  <a:close/>
                </a:path>
              </a:pathLst>
            </a:custGeom>
            <a:solidFill>
              <a:srgbClr val="FFFFFF"/>
            </a:solidFill>
            <a:ln w="26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CF7C04-CC89-788D-63E2-7BD2481FABD0}"/>
                </a:ext>
              </a:extLst>
            </p:cNvPr>
            <p:cNvSpPr/>
            <p:nvPr/>
          </p:nvSpPr>
          <p:spPr>
            <a:xfrm>
              <a:off x="3205785" y="3887003"/>
              <a:ext cx="228235" cy="190478"/>
            </a:xfrm>
            <a:prstGeom prst="rect">
              <a:avLst/>
            </a:prstGeom>
            <a:solidFill>
              <a:srgbClr val="4CADD4"/>
            </a:solidFill>
            <a:ln w="28575">
              <a:solidFill>
                <a:srgbClr val="3373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204BDCF5-A325-EC83-4DA4-9195B9FC50CE}"/>
                </a:ext>
              </a:extLst>
            </p:cNvPr>
            <p:cNvCxnSpPr>
              <a:cxnSpLocks/>
              <a:stCxn id="13" idx="2"/>
              <a:endCxn id="16" idx="0"/>
            </p:cNvCxnSpPr>
            <p:nvPr/>
          </p:nvCxnSpPr>
          <p:spPr>
            <a:xfrm rot="5400000">
              <a:off x="3194094" y="4082562"/>
              <a:ext cx="130890" cy="120729"/>
            </a:xfrm>
            <a:prstGeom prst="bentConnector3">
              <a:avLst/>
            </a:prstGeom>
            <a:ln w="28575">
              <a:solidFill>
                <a:srgbClr val="5454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66FEAA45-8090-7E68-DA1E-294F3620A719}"/>
                </a:ext>
              </a:extLst>
            </p:cNvPr>
            <p:cNvCxnSpPr>
              <a:cxnSpLocks/>
              <a:stCxn id="13" idx="2"/>
              <a:endCxn id="17" idx="0"/>
            </p:cNvCxnSpPr>
            <p:nvPr/>
          </p:nvCxnSpPr>
          <p:spPr>
            <a:xfrm rot="16200000" flipH="1">
              <a:off x="3319027" y="4078357"/>
              <a:ext cx="131263" cy="129510"/>
            </a:xfrm>
            <a:prstGeom prst="bentConnector3">
              <a:avLst/>
            </a:prstGeom>
            <a:ln w="28575">
              <a:solidFill>
                <a:srgbClr val="5454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C525D6-B644-AC29-9048-E826ED8F57A9}"/>
                </a:ext>
              </a:extLst>
            </p:cNvPr>
            <p:cNvSpPr/>
            <p:nvPr/>
          </p:nvSpPr>
          <p:spPr>
            <a:xfrm>
              <a:off x="3112631" y="4208371"/>
              <a:ext cx="173086" cy="142051"/>
            </a:xfrm>
            <a:prstGeom prst="rect">
              <a:avLst/>
            </a:prstGeom>
            <a:solidFill>
              <a:srgbClr val="FD9962"/>
            </a:solidFill>
            <a:ln w="28575">
              <a:solidFill>
                <a:srgbClr val="AD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FE3C9E1-41FB-2CCD-9565-446106EBF062}"/>
                </a:ext>
              </a:extLst>
            </p:cNvPr>
            <p:cNvSpPr/>
            <p:nvPr/>
          </p:nvSpPr>
          <p:spPr>
            <a:xfrm>
              <a:off x="3362870" y="4208744"/>
              <a:ext cx="173086" cy="142051"/>
            </a:xfrm>
            <a:prstGeom prst="rect">
              <a:avLst/>
            </a:prstGeom>
            <a:solidFill>
              <a:srgbClr val="FD9962"/>
            </a:solidFill>
            <a:ln w="28575">
              <a:solidFill>
                <a:srgbClr val="AD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" name="Arrow: Right 6">
            <a:extLst>
              <a:ext uri="{FF2B5EF4-FFF2-40B4-BE49-F238E27FC236}">
                <a16:creationId xmlns:a16="http://schemas.microsoft.com/office/drawing/2014/main" id="{7A093EE1-906D-CED0-F0CA-ABBE80043710}"/>
              </a:ext>
            </a:extLst>
          </p:cNvPr>
          <p:cNvSpPr/>
          <p:nvPr/>
        </p:nvSpPr>
        <p:spPr>
          <a:xfrm>
            <a:off x="911822" y="1099551"/>
            <a:ext cx="846250" cy="662419"/>
          </a:xfrm>
          <a:prstGeom prst="rightArrow">
            <a:avLst>
              <a:gd name="adj1" fmla="val 54249"/>
              <a:gd name="adj2" fmla="val 57182"/>
            </a:avLst>
          </a:prstGeom>
          <a:solidFill>
            <a:schemeClr val="bg1"/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0F99FF-6A97-633B-F263-6CBF7595DB83}"/>
              </a:ext>
            </a:extLst>
          </p:cNvPr>
          <p:cNvSpPr txBox="1"/>
          <p:nvPr/>
        </p:nvSpPr>
        <p:spPr>
          <a:xfrm>
            <a:off x="85130" y="1850296"/>
            <a:ext cx="1579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3600" b="1" dirty="0">
                <a:solidFill>
                  <a:schemeClr val="bg1"/>
                </a:solidFill>
                <a:latin typeface="Lucida Sans Typewriter" panose="020B0509030504030204" pitchFamily="49" charset="0"/>
              </a:rPr>
              <a:t>SysML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268278-3D16-6CD3-7C25-F821A41103D3}"/>
              </a:ext>
            </a:extLst>
          </p:cNvPr>
          <p:cNvSpPr/>
          <p:nvPr/>
        </p:nvSpPr>
        <p:spPr>
          <a:xfrm>
            <a:off x="52389" y="1360564"/>
            <a:ext cx="753842" cy="3439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ysClr val="windowText" lastClr="000000"/>
                </a:solidFill>
                <a:latin typeface="Lucida Sans Typewriter" panose="020B0509030504030204" pitchFamily="49" charset="0"/>
              </a:rPr>
              <a:t>XMI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A8629A-4491-D68D-0764-583A854EDA97}"/>
              </a:ext>
            </a:extLst>
          </p:cNvPr>
          <p:cNvSpPr txBox="1"/>
          <p:nvPr/>
        </p:nvSpPr>
        <p:spPr>
          <a:xfrm>
            <a:off x="-26690" y="-30778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System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D6A2CC-5DFF-6A90-BE47-6DAEF04917C0}"/>
              </a:ext>
            </a:extLst>
          </p:cNvPr>
          <p:cNvSpPr txBox="1"/>
          <p:nvPr/>
        </p:nvSpPr>
        <p:spPr>
          <a:xfrm>
            <a:off x="456440" y="286974"/>
            <a:ext cx="2159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Composer</a:t>
            </a:r>
          </a:p>
        </p:txBody>
      </p:sp>
    </p:spTree>
    <p:extLst>
      <p:ext uri="{BB962C8B-B14F-4D97-AF65-F5344CB8AC3E}">
        <p14:creationId xmlns:p14="http://schemas.microsoft.com/office/powerpoint/2010/main" val="98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000">
              <a:srgbClr val="4B4B4B"/>
            </a:gs>
            <a:gs pos="0">
              <a:schemeClr val="accent4">
                <a:lumMod val="0"/>
                <a:lumOff val="100000"/>
              </a:schemeClr>
            </a:gs>
            <a:gs pos="100000">
              <a:schemeClr val="tx1"/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Folded Corner 26">
            <a:extLst>
              <a:ext uri="{FF2B5EF4-FFF2-40B4-BE49-F238E27FC236}">
                <a16:creationId xmlns:a16="http://schemas.microsoft.com/office/drawing/2014/main" id="{DF8DF1B3-0D25-6509-B36B-BE3B82F70C04}"/>
              </a:ext>
            </a:extLst>
          </p:cNvPr>
          <p:cNvSpPr/>
          <p:nvPr/>
        </p:nvSpPr>
        <p:spPr>
          <a:xfrm rot="10800000" flipH="1">
            <a:off x="125615" y="1054521"/>
            <a:ext cx="606474" cy="802813"/>
          </a:xfrm>
          <a:prstGeom prst="foldedCorner">
            <a:avLst>
              <a:gd name="adj" fmla="val 419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E7CD5E-51D7-7281-EDF9-9423DDACDF37}"/>
              </a:ext>
            </a:extLst>
          </p:cNvPr>
          <p:cNvGrpSpPr/>
          <p:nvPr/>
        </p:nvGrpSpPr>
        <p:grpSpPr>
          <a:xfrm>
            <a:off x="1709554" y="820624"/>
            <a:ext cx="906453" cy="1118737"/>
            <a:chOff x="3056554" y="3795139"/>
            <a:chExt cx="532532" cy="657247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D6CC072-0471-A6D6-8016-D6CF7BFE820D}"/>
                </a:ext>
              </a:extLst>
            </p:cNvPr>
            <p:cNvSpPr/>
            <p:nvPr/>
          </p:nvSpPr>
          <p:spPr>
            <a:xfrm>
              <a:off x="3056554" y="3795139"/>
              <a:ext cx="532532" cy="657247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97D5E48-094C-99F5-9235-7E505C595229}"/>
                </a:ext>
              </a:extLst>
            </p:cNvPr>
            <p:cNvSpPr/>
            <p:nvPr/>
          </p:nvSpPr>
          <p:spPr>
            <a:xfrm>
              <a:off x="3176694" y="4109554"/>
              <a:ext cx="292251" cy="85247"/>
            </a:xfrm>
            <a:custGeom>
              <a:avLst/>
              <a:gdLst>
                <a:gd name="connsiteX0" fmla="*/ 159410 w 292251"/>
                <a:gd name="connsiteY0" fmla="*/ 28416 h 85247"/>
                <a:gd name="connsiteX1" fmla="*/ 159410 w 292251"/>
                <a:gd name="connsiteY1" fmla="*/ 0 h 85247"/>
                <a:gd name="connsiteX2" fmla="*/ 132841 w 292251"/>
                <a:gd name="connsiteY2" fmla="*/ 0 h 85247"/>
                <a:gd name="connsiteX3" fmla="*/ 132841 w 292251"/>
                <a:gd name="connsiteY3" fmla="*/ 28416 h 85247"/>
                <a:gd name="connsiteX4" fmla="*/ 0 w 292251"/>
                <a:gd name="connsiteY4" fmla="*/ 28416 h 85247"/>
                <a:gd name="connsiteX5" fmla="*/ 0 w 292251"/>
                <a:gd name="connsiteY5" fmla="*/ 85247 h 85247"/>
                <a:gd name="connsiteX6" fmla="*/ 26568 w 292251"/>
                <a:gd name="connsiteY6" fmla="*/ 85247 h 85247"/>
                <a:gd name="connsiteX7" fmla="*/ 26568 w 292251"/>
                <a:gd name="connsiteY7" fmla="*/ 56832 h 85247"/>
                <a:gd name="connsiteX8" fmla="*/ 265683 w 292251"/>
                <a:gd name="connsiteY8" fmla="*/ 56832 h 85247"/>
                <a:gd name="connsiteX9" fmla="*/ 265683 w 292251"/>
                <a:gd name="connsiteY9" fmla="*/ 85247 h 85247"/>
                <a:gd name="connsiteX10" fmla="*/ 292251 w 292251"/>
                <a:gd name="connsiteY10" fmla="*/ 85247 h 85247"/>
                <a:gd name="connsiteX11" fmla="*/ 292251 w 292251"/>
                <a:gd name="connsiteY11" fmla="*/ 28416 h 85247"/>
                <a:gd name="connsiteX12" fmla="*/ 159410 w 292251"/>
                <a:gd name="connsiteY12" fmla="*/ 28416 h 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251" h="85247">
                  <a:moveTo>
                    <a:pt x="159410" y="28416"/>
                  </a:moveTo>
                  <a:lnTo>
                    <a:pt x="159410" y="0"/>
                  </a:lnTo>
                  <a:lnTo>
                    <a:pt x="132841" y="0"/>
                  </a:lnTo>
                  <a:lnTo>
                    <a:pt x="132841" y="28416"/>
                  </a:lnTo>
                  <a:lnTo>
                    <a:pt x="0" y="28416"/>
                  </a:lnTo>
                  <a:lnTo>
                    <a:pt x="0" y="85247"/>
                  </a:lnTo>
                  <a:lnTo>
                    <a:pt x="26568" y="85247"/>
                  </a:lnTo>
                  <a:lnTo>
                    <a:pt x="26568" y="56832"/>
                  </a:lnTo>
                  <a:lnTo>
                    <a:pt x="265683" y="56832"/>
                  </a:lnTo>
                  <a:lnTo>
                    <a:pt x="265683" y="85247"/>
                  </a:lnTo>
                  <a:lnTo>
                    <a:pt x="292251" y="85247"/>
                  </a:lnTo>
                  <a:lnTo>
                    <a:pt x="292251" y="28416"/>
                  </a:lnTo>
                  <a:lnTo>
                    <a:pt x="159410" y="28416"/>
                  </a:lnTo>
                  <a:close/>
                </a:path>
              </a:pathLst>
            </a:custGeom>
            <a:solidFill>
              <a:srgbClr val="FFFFFF"/>
            </a:solidFill>
            <a:ln w="26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CF7C04-CC89-788D-63E2-7BD2481FABD0}"/>
                </a:ext>
              </a:extLst>
            </p:cNvPr>
            <p:cNvSpPr/>
            <p:nvPr/>
          </p:nvSpPr>
          <p:spPr>
            <a:xfrm>
              <a:off x="3205785" y="3887003"/>
              <a:ext cx="228235" cy="190478"/>
            </a:xfrm>
            <a:prstGeom prst="rect">
              <a:avLst/>
            </a:prstGeom>
            <a:solidFill>
              <a:srgbClr val="4CADD4"/>
            </a:solidFill>
            <a:ln w="28575">
              <a:solidFill>
                <a:srgbClr val="3373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204BDCF5-A325-EC83-4DA4-9195B9FC50CE}"/>
                </a:ext>
              </a:extLst>
            </p:cNvPr>
            <p:cNvCxnSpPr>
              <a:cxnSpLocks/>
              <a:stCxn id="13" idx="2"/>
              <a:endCxn id="16" idx="0"/>
            </p:cNvCxnSpPr>
            <p:nvPr/>
          </p:nvCxnSpPr>
          <p:spPr>
            <a:xfrm rot="5400000">
              <a:off x="3194094" y="4082562"/>
              <a:ext cx="130890" cy="120729"/>
            </a:xfrm>
            <a:prstGeom prst="bentConnector3">
              <a:avLst/>
            </a:prstGeom>
            <a:ln w="28575">
              <a:solidFill>
                <a:srgbClr val="5454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66FEAA45-8090-7E68-DA1E-294F3620A719}"/>
                </a:ext>
              </a:extLst>
            </p:cNvPr>
            <p:cNvCxnSpPr>
              <a:cxnSpLocks/>
              <a:stCxn id="13" idx="2"/>
              <a:endCxn id="17" idx="0"/>
            </p:cNvCxnSpPr>
            <p:nvPr/>
          </p:nvCxnSpPr>
          <p:spPr>
            <a:xfrm rot="16200000" flipH="1">
              <a:off x="3319027" y="4078357"/>
              <a:ext cx="131263" cy="129510"/>
            </a:xfrm>
            <a:prstGeom prst="bentConnector3">
              <a:avLst/>
            </a:prstGeom>
            <a:ln w="28575">
              <a:solidFill>
                <a:srgbClr val="5454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C525D6-B644-AC29-9048-E826ED8F57A9}"/>
                </a:ext>
              </a:extLst>
            </p:cNvPr>
            <p:cNvSpPr/>
            <p:nvPr/>
          </p:nvSpPr>
          <p:spPr>
            <a:xfrm>
              <a:off x="3112631" y="4208371"/>
              <a:ext cx="173086" cy="142051"/>
            </a:xfrm>
            <a:prstGeom prst="rect">
              <a:avLst/>
            </a:prstGeom>
            <a:solidFill>
              <a:srgbClr val="FD9962"/>
            </a:solidFill>
            <a:ln w="28575">
              <a:solidFill>
                <a:srgbClr val="AD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FE3C9E1-41FB-2CCD-9565-446106EBF062}"/>
                </a:ext>
              </a:extLst>
            </p:cNvPr>
            <p:cNvSpPr/>
            <p:nvPr/>
          </p:nvSpPr>
          <p:spPr>
            <a:xfrm>
              <a:off x="3362870" y="4208744"/>
              <a:ext cx="173086" cy="142051"/>
            </a:xfrm>
            <a:prstGeom prst="rect">
              <a:avLst/>
            </a:prstGeom>
            <a:solidFill>
              <a:srgbClr val="FD9962"/>
            </a:solidFill>
            <a:ln w="28575">
              <a:solidFill>
                <a:srgbClr val="AD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" name="Arrow: Right 6">
            <a:extLst>
              <a:ext uri="{FF2B5EF4-FFF2-40B4-BE49-F238E27FC236}">
                <a16:creationId xmlns:a16="http://schemas.microsoft.com/office/drawing/2014/main" id="{7A093EE1-906D-CED0-F0CA-ABBE80043710}"/>
              </a:ext>
            </a:extLst>
          </p:cNvPr>
          <p:cNvSpPr/>
          <p:nvPr/>
        </p:nvSpPr>
        <p:spPr>
          <a:xfrm>
            <a:off x="886308" y="1054522"/>
            <a:ext cx="847673" cy="795774"/>
          </a:xfrm>
          <a:prstGeom prst="rightArrow">
            <a:avLst>
              <a:gd name="adj1" fmla="val 54249"/>
              <a:gd name="adj2" fmla="val 50000"/>
            </a:avLst>
          </a:prstGeom>
          <a:solidFill>
            <a:schemeClr val="tx1"/>
          </a:solidFill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0F99FF-6A97-633B-F263-6CBF7595DB83}"/>
              </a:ext>
            </a:extLst>
          </p:cNvPr>
          <p:cNvSpPr txBox="1"/>
          <p:nvPr/>
        </p:nvSpPr>
        <p:spPr>
          <a:xfrm>
            <a:off x="154368" y="1835259"/>
            <a:ext cx="1579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36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S </a:t>
            </a:r>
            <a:r>
              <a:rPr lang="en-US" sz="360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sML</a:t>
            </a:r>
            <a:endParaRPr lang="en-US" sz="360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0193A0-20E5-EE78-85FC-F72CC286E722}"/>
              </a:ext>
            </a:extLst>
          </p:cNvPr>
          <p:cNvSpPr txBox="1"/>
          <p:nvPr/>
        </p:nvSpPr>
        <p:spPr>
          <a:xfrm>
            <a:off x="436914" y="2168672"/>
            <a:ext cx="2159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Lucida Sans Typewriter" panose="020B0509030504030204" pitchFamily="49" charset="0"/>
              </a:rPr>
              <a:t>mporter</a:t>
            </a:r>
            <a:endParaRPr lang="en-US" sz="3200" dirty="0">
              <a:solidFill>
                <a:schemeClr val="bg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268278-3D16-6CD3-7C25-F821A41103D3}"/>
              </a:ext>
            </a:extLst>
          </p:cNvPr>
          <p:cNvSpPr/>
          <p:nvPr/>
        </p:nvSpPr>
        <p:spPr>
          <a:xfrm>
            <a:off x="52389" y="1355806"/>
            <a:ext cx="753842" cy="3439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ysClr val="windowText" lastClr="000000"/>
                </a:solidFill>
                <a:latin typeface="Lucida Sans Typewriter" panose="020B0509030504030204" pitchFamily="49" charset="0"/>
              </a:rPr>
              <a:t>XMI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F381A10-ECCE-5D80-0017-66A792F9461E}"/>
              </a:ext>
            </a:extLst>
          </p:cNvPr>
          <p:cNvGrpSpPr/>
          <p:nvPr/>
        </p:nvGrpSpPr>
        <p:grpSpPr>
          <a:xfrm>
            <a:off x="571500" y="2158425"/>
            <a:ext cx="217740" cy="456188"/>
            <a:chOff x="571500" y="2158425"/>
            <a:chExt cx="217740" cy="45618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09281B9-D1F3-487E-E655-34B22200D79E}"/>
                </a:ext>
              </a:extLst>
            </p:cNvPr>
            <p:cNvCxnSpPr/>
            <p:nvPr/>
          </p:nvCxnSpPr>
          <p:spPr>
            <a:xfrm>
              <a:off x="685800" y="2331244"/>
              <a:ext cx="0" cy="283369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4B01CBF-0810-56BB-8167-47898A4885A1}"/>
                </a:ext>
              </a:extLst>
            </p:cNvPr>
            <p:cNvCxnSpPr>
              <a:cxnSpLocks/>
            </p:cNvCxnSpPr>
            <p:nvPr/>
          </p:nvCxnSpPr>
          <p:spPr>
            <a:xfrm>
              <a:off x="571500" y="2158618"/>
              <a:ext cx="114300" cy="172626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E7CEA94-4BE9-615F-45D7-4A040797F0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940" y="2158425"/>
              <a:ext cx="114300" cy="172626"/>
            </a:xfrm>
            <a:prstGeom prst="line">
              <a:avLst/>
            </a:prstGeom>
            <a:ln w="762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4A372F9D-2AF3-7892-19CB-82BEBDC25007}"/>
              </a:ext>
            </a:extLst>
          </p:cNvPr>
          <p:cNvSpPr/>
          <p:nvPr/>
        </p:nvSpPr>
        <p:spPr>
          <a:xfrm>
            <a:off x="507206" y="2095500"/>
            <a:ext cx="130969" cy="13096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5AF2AC5-70D1-CEE9-E1DA-D8C97A08CF7F}"/>
              </a:ext>
            </a:extLst>
          </p:cNvPr>
          <p:cNvSpPr/>
          <p:nvPr/>
        </p:nvSpPr>
        <p:spPr>
          <a:xfrm>
            <a:off x="714553" y="2098064"/>
            <a:ext cx="130969" cy="13096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32EE6E7-9F84-06C1-6F94-D79A111C0B68}"/>
              </a:ext>
            </a:extLst>
          </p:cNvPr>
          <p:cNvSpPr/>
          <p:nvPr/>
        </p:nvSpPr>
        <p:spPr>
          <a:xfrm>
            <a:off x="620315" y="2294353"/>
            <a:ext cx="130969" cy="13096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11AC6F6-3D3F-8B5F-7C47-008AAB24910A}"/>
              </a:ext>
            </a:extLst>
          </p:cNvPr>
          <p:cNvSpPr/>
          <p:nvPr/>
        </p:nvSpPr>
        <p:spPr>
          <a:xfrm>
            <a:off x="620315" y="2546843"/>
            <a:ext cx="130969" cy="13096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A8629A-4491-D68D-0764-583A854EDA97}"/>
              </a:ext>
            </a:extLst>
          </p:cNvPr>
          <p:cNvSpPr txBox="1"/>
          <p:nvPr/>
        </p:nvSpPr>
        <p:spPr>
          <a:xfrm>
            <a:off x="-26690" y="-30778"/>
            <a:ext cx="1665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System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D6A2CC-5DFF-6A90-BE47-6DAEF04917C0}"/>
              </a:ext>
            </a:extLst>
          </p:cNvPr>
          <p:cNvSpPr txBox="1"/>
          <p:nvPr/>
        </p:nvSpPr>
        <p:spPr>
          <a:xfrm>
            <a:off x="456440" y="286974"/>
            <a:ext cx="2159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Composer</a:t>
            </a:r>
          </a:p>
        </p:txBody>
      </p:sp>
    </p:spTree>
    <p:extLst>
      <p:ext uri="{BB962C8B-B14F-4D97-AF65-F5344CB8AC3E}">
        <p14:creationId xmlns:p14="http://schemas.microsoft.com/office/powerpoint/2010/main" val="577907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93B7A4-1511-1202-09BF-99A7C7C4642E}"/>
              </a:ext>
            </a:extLst>
          </p:cNvPr>
          <p:cNvSpPr/>
          <p:nvPr/>
        </p:nvSpPr>
        <p:spPr>
          <a:xfrm>
            <a:off x="61442" y="65055"/>
            <a:ext cx="2620316" cy="1601105"/>
          </a:xfrm>
          <a:prstGeom prst="roundRect">
            <a:avLst/>
          </a:prstGeom>
          <a:solidFill>
            <a:srgbClr val="4C7D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Folded Corner 24">
            <a:extLst>
              <a:ext uri="{FF2B5EF4-FFF2-40B4-BE49-F238E27FC236}">
                <a16:creationId xmlns:a16="http://schemas.microsoft.com/office/drawing/2014/main" id="{720DC9B4-D7D7-F1E6-3C8F-2600B122BBCA}"/>
              </a:ext>
            </a:extLst>
          </p:cNvPr>
          <p:cNvSpPr/>
          <p:nvPr/>
        </p:nvSpPr>
        <p:spPr>
          <a:xfrm rot="10800000" flipH="1">
            <a:off x="363311" y="169292"/>
            <a:ext cx="615479" cy="814734"/>
          </a:xfrm>
          <a:prstGeom prst="foldedCorner">
            <a:avLst>
              <a:gd name="adj" fmla="val 419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D366EFE1-9B06-976D-837E-37B5373F47B6}"/>
              </a:ext>
            </a:extLst>
          </p:cNvPr>
          <p:cNvSpPr/>
          <p:nvPr/>
        </p:nvSpPr>
        <p:spPr>
          <a:xfrm rot="10800000" flipH="1">
            <a:off x="276140" y="221438"/>
            <a:ext cx="615479" cy="814734"/>
          </a:xfrm>
          <a:prstGeom prst="foldedCorner">
            <a:avLst>
              <a:gd name="adj" fmla="val 419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ADEFB4-8FD1-A5BE-305E-864934C952FA}"/>
              </a:ext>
            </a:extLst>
          </p:cNvPr>
          <p:cNvGrpSpPr/>
          <p:nvPr/>
        </p:nvGrpSpPr>
        <p:grpSpPr>
          <a:xfrm>
            <a:off x="1850554" y="281436"/>
            <a:ext cx="659563" cy="814027"/>
            <a:chOff x="3056554" y="3795139"/>
            <a:chExt cx="532532" cy="65724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8DF9497-EBBC-BF5A-08B7-2D8A6BB6ED46}"/>
                </a:ext>
              </a:extLst>
            </p:cNvPr>
            <p:cNvSpPr/>
            <p:nvPr/>
          </p:nvSpPr>
          <p:spPr>
            <a:xfrm>
              <a:off x="3056554" y="3795139"/>
              <a:ext cx="532532" cy="657247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99D2FE3-1DD7-35C9-1359-DAF4CE7028A1}"/>
                </a:ext>
              </a:extLst>
            </p:cNvPr>
            <p:cNvSpPr/>
            <p:nvPr/>
          </p:nvSpPr>
          <p:spPr>
            <a:xfrm>
              <a:off x="3176694" y="4109554"/>
              <a:ext cx="292251" cy="85247"/>
            </a:xfrm>
            <a:custGeom>
              <a:avLst/>
              <a:gdLst>
                <a:gd name="connsiteX0" fmla="*/ 159410 w 292251"/>
                <a:gd name="connsiteY0" fmla="*/ 28416 h 85247"/>
                <a:gd name="connsiteX1" fmla="*/ 159410 w 292251"/>
                <a:gd name="connsiteY1" fmla="*/ 0 h 85247"/>
                <a:gd name="connsiteX2" fmla="*/ 132841 w 292251"/>
                <a:gd name="connsiteY2" fmla="*/ 0 h 85247"/>
                <a:gd name="connsiteX3" fmla="*/ 132841 w 292251"/>
                <a:gd name="connsiteY3" fmla="*/ 28416 h 85247"/>
                <a:gd name="connsiteX4" fmla="*/ 0 w 292251"/>
                <a:gd name="connsiteY4" fmla="*/ 28416 h 85247"/>
                <a:gd name="connsiteX5" fmla="*/ 0 w 292251"/>
                <a:gd name="connsiteY5" fmla="*/ 85247 h 85247"/>
                <a:gd name="connsiteX6" fmla="*/ 26568 w 292251"/>
                <a:gd name="connsiteY6" fmla="*/ 85247 h 85247"/>
                <a:gd name="connsiteX7" fmla="*/ 26568 w 292251"/>
                <a:gd name="connsiteY7" fmla="*/ 56832 h 85247"/>
                <a:gd name="connsiteX8" fmla="*/ 265683 w 292251"/>
                <a:gd name="connsiteY8" fmla="*/ 56832 h 85247"/>
                <a:gd name="connsiteX9" fmla="*/ 265683 w 292251"/>
                <a:gd name="connsiteY9" fmla="*/ 85247 h 85247"/>
                <a:gd name="connsiteX10" fmla="*/ 292251 w 292251"/>
                <a:gd name="connsiteY10" fmla="*/ 85247 h 85247"/>
                <a:gd name="connsiteX11" fmla="*/ 292251 w 292251"/>
                <a:gd name="connsiteY11" fmla="*/ 28416 h 85247"/>
                <a:gd name="connsiteX12" fmla="*/ 159410 w 292251"/>
                <a:gd name="connsiteY12" fmla="*/ 28416 h 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251" h="85247">
                  <a:moveTo>
                    <a:pt x="159410" y="28416"/>
                  </a:moveTo>
                  <a:lnTo>
                    <a:pt x="159410" y="0"/>
                  </a:lnTo>
                  <a:lnTo>
                    <a:pt x="132841" y="0"/>
                  </a:lnTo>
                  <a:lnTo>
                    <a:pt x="132841" y="28416"/>
                  </a:lnTo>
                  <a:lnTo>
                    <a:pt x="0" y="28416"/>
                  </a:lnTo>
                  <a:lnTo>
                    <a:pt x="0" y="85247"/>
                  </a:lnTo>
                  <a:lnTo>
                    <a:pt x="26568" y="85247"/>
                  </a:lnTo>
                  <a:lnTo>
                    <a:pt x="26568" y="56832"/>
                  </a:lnTo>
                  <a:lnTo>
                    <a:pt x="265683" y="56832"/>
                  </a:lnTo>
                  <a:lnTo>
                    <a:pt x="265683" y="85247"/>
                  </a:lnTo>
                  <a:lnTo>
                    <a:pt x="292251" y="85247"/>
                  </a:lnTo>
                  <a:lnTo>
                    <a:pt x="292251" y="28416"/>
                  </a:lnTo>
                  <a:lnTo>
                    <a:pt x="159410" y="28416"/>
                  </a:lnTo>
                  <a:close/>
                </a:path>
              </a:pathLst>
            </a:custGeom>
            <a:solidFill>
              <a:srgbClr val="FFFFFF"/>
            </a:solidFill>
            <a:ln w="26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247A43-2BE2-7CA1-6763-587BC662CE53}"/>
                </a:ext>
              </a:extLst>
            </p:cNvPr>
            <p:cNvSpPr/>
            <p:nvPr/>
          </p:nvSpPr>
          <p:spPr>
            <a:xfrm>
              <a:off x="3205785" y="3887003"/>
              <a:ext cx="228235" cy="190478"/>
            </a:xfrm>
            <a:prstGeom prst="rect">
              <a:avLst/>
            </a:prstGeom>
            <a:solidFill>
              <a:srgbClr val="4CADD4"/>
            </a:solidFill>
            <a:ln w="28575">
              <a:solidFill>
                <a:srgbClr val="3373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A6C437E1-19E2-D259-D7A9-B29965D290CC}"/>
                </a:ext>
              </a:extLst>
            </p:cNvPr>
            <p:cNvCxnSpPr>
              <a:cxnSpLocks/>
              <a:stCxn id="5" idx="2"/>
              <a:endCxn id="22" idx="0"/>
            </p:cNvCxnSpPr>
            <p:nvPr/>
          </p:nvCxnSpPr>
          <p:spPr>
            <a:xfrm rot="5400000">
              <a:off x="3194094" y="4082562"/>
              <a:ext cx="130890" cy="120729"/>
            </a:xfrm>
            <a:prstGeom prst="bentConnector3">
              <a:avLst/>
            </a:prstGeom>
            <a:ln w="28575">
              <a:solidFill>
                <a:srgbClr val="5454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F0F8AC91-AA1F-C073-9656-8FFF179D43CD}"/>
                </a:ext>
              </a:extLst>
            </p:cNvPr>
            <p:cNvCxnSpPr>
              <a:cxnSpLocks/>
              <a:stCxn id="5" idx="2"/>
              <a:endCxn id="23" idx="0"/>
            </p:cNvCxnSpPr>
            <p:nvPr/>
          </p:nvCxnSpPr>
          <p:spPr>
            <a:xfrm rot="16200000" flipH="1">
              <a:off x="3319027" y="4078357"/>
              <a:ext cx="131263" cy="129510"/>
            </a:xfrm>
            <a:prstGeom prst="bentConnector3">
              <a:avLst/>
            </a:prstGeom>
            <a:ln w="28575">
              <a:solidFill>
                <a:srgbClr val="5454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963E78D-8BC8-EC6B-41EE-A036CE2CA192}"/>
                </a:ext>
              </a:extLst>
            </p:cNvPr>
            <p:cNvSpPr/>
            <p:nvPr/>
          </p:nvSpPr>
          <p:spPr>
            <a:xfrm>
              <a:off x="3112631" y="4208371"/>
              <a:ext cx="173086" cy="142051"/>
            </a:xfrm>
            <a:prstGeom prst="rect">
              <a:avLst/>
            </a:prstGeom>
            <a:solidFill>
              <a:srgbClr val="FD9962"/>
            </a:solidFill>
            <a:ln w="28575">
              <a:solidFill>
                <a:srgbClr val="AD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AEA08F-DB6E-0075-6C86-8BDF9A4F8998}"/>
                </a:ext>
              </a:extLst>
            </p:cNvPr>
            <p:cNvSpPr/>
            <p:nvPr/>
          </p:nvSpPr>
          <p:spPr>
            <a:xfrm>
              <a:off x="3362870" y="4208744"/>
              <a:ext cx="173086" cy="142051"/>
            </a:xfrm>
            <a:prstGeom prst="rect">
              <a:avLst/>
            </a:prstGeom>
            <a:solidFill>
              <a:srgbClr val="FD9962"/>
            </a:solidFill>
            <a:ln w="28575">
              <a:solidFill>
                <a:srgbClr val="AD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37A85ADA-4A97-9F8D-6DC5-D4A8636717E3}"/>
              </a:ext>
            </a:extLst>
          </p:cNvPr>
          <p:cNvSpPr/>
          <p:nvPr/>
        </p:nvSpPr>
        <p:spPr>
          <a:xfrm rot="10800000" flipH="1">
            <a:off x="203694" y="280729"/>
            <a:ext cx="615479" cy="814734"/>
          </a:xfrm>
          <a:prstGeom prst="foldedCorner">
            <a:avLst>
              <a:gd name="adj" fmla="val 419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39D2B5-1BC1-2986-AD9A-44F6D3F6BBDA}"/>
              </a:ext>
            </a:extLst>
          </p:cNvPr>
          <p:cNvSpPr/>
          <p:nvPr/>
        </p:nvSpPr>
        <p:spPr>
          <a:xfrm>
            <a:off x="165471" y="588687"/>
            <a:ext cx="690873" cy="3152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ysClr val="windowText" lastClr="000000"/>
                </a:solidFill>
                <a:latin typeface="Lucida Sans Typewriter" panose="020B0509030504030204" pitchFamily="49" charset="0"/>
              </a:rPr>
              <a:t>XMI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B8EAE32-980A-48F1-8028-13B5B396171B}"/>
              </a:ext>
            </a:extLst>
          </p:cNvPr>
          <p:cNvSpPr/>
          <p:nvPr/>
        </p:nvSpPr>
        <p:spPr>
          <a:xfrm>
            <a:off x="1011228" y="443568"/>
            <a:ext cx="778942" cy="575799"/>
          </a:xfrm>
          <a:prstGeom prst="rightArrow">
            <a:avLst>
              <a:gd name="adj1" fmla="val 55210"/>
              <a:gd name="adj2" fmla="val 50000"/>
            </a:avLst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prstClr val="black">
                <a:alpha val="5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F934D9-0C5F-1C23-C0EA-7AE2F5DBBAFE}"/>
              </a:ext>
            </a:extLst>
          </p:cNvPr>
          <p:cNvSpPr/>
          <p:nvPr/>
        </p:nvSpPr>
        <p:spPr>
          <a:xfrm>
            <a:off x="61442" y="1153547"/>
            <a:ext cx="2620316" cy="343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Lucida Sans Typewriter" panose="020B0509030504030204" pitchFamily="49" charset="0"/>
              </a:rPr>
              <a:t>Import</a:t>
            </a:r>
          </a:p>
        </p:txBody>
      </p:sp>
    </p:spTree>
    <p:extLst>
      <p:ext uri="{BB962C8B-B14F-4D97-AF65-F5344CB8AC3E}">
        <p14:creationId xmlns:p14="http://schemas.microsoft.com/office/powerpoint/2010/main" val="1528010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93B7A4-1511-1202-09BF-99A7C7C4642E}"/>
              </a:ext>
            </a:extLst>
          </p:cNvPr>
          <p:cNvSpPr/>
          <p:nvPr/>
        </p:nvSpPr>
        <p:spPr>
          <a:xfrm>
            <a:off x="61442" y="65055"/>
            <a:ext cx="2620316" cy="1601105"/>
          </a:xfrm>
          <a:prstGeom prst="roundRect">
            <a:avLst/>
          </a:prstGeom>
          <a:solidFill>
            <a:srgbClr val="4C7D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F85237-8A46-B297-B151-EAD4AAFD2FE7}"/>
              </a:ext>
            </a:extLst>
          </p:cNvPr>
          <p:cNvGrpSpPr/>
          <p:nvPr/>
        </p:nvGrpSpPr>
        <p:grpSpPr>
          <a:xfrm>
            <a:off x="239020" y="281436"/>
            <a:ext cx="659563" cy="814027"/>
            <a:chOff x="3056554" y="3795139"/>
            <a:chExt cx="532532" cy="65724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4670A15-D3CD-F8B2-B81F-95DB5BFA5EEE}"/>
                </a:ext>
              </a:extLst>
            </p:cNvPr>
            <p:cNvSpPr/>
            <p:nvPr/>
          </p:nvSpPr>
          <p:spPr>
            <a:xfrm>
              <a:off x="3056554" y="3795139"/>
              <a:ext cx="532532" cy="657247"/>
            </a:xfrm>
            <a:prstGeom prst="round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F0AC672-BA4F-7A17-2367-4DBB590ECFE5}"/>
                </a:ext>
              </a:extLst>
            </p:cNvPr>
            <p:cNvSpPr/>
            <p:nvPr/>
          </p:nvSpPr>
          <p:spPr>
            <a:xfrm>
              <a:off x="3176694" y="4109554"/>
              <a:ext cx="292251" cy="85247"/>
            </a:xfrm>
            <a:custGeom>
              <a:avLst/>
              <a:gdLst>
                <a:gd name="connsiteX0" fmla="*/ 159410 w 292251"/>
                <a:gd name="connsiteY0" fmla="*/ 28416 h 85247"/>
                <a:gd name="connsiteX1" fmla="*/ 159410 w 292251"/>
                <a:gd name="connsiteY1" fmla="*/ 0 h 85247"/>
                <a:gd name="connsiteX2" fmla="*/ 132841 w 292251"/>
                <a:gd name="connsiteY2" fmla="*/ 0 h 85247"/>
                <a:gd name="connsiteX3" fmla="*/ 132841 w 292251"/>
                <a:gd name="connsiteY3" fmla="*/ 28416 h 85247"/>
                <a:gd name="connsiteX4" fmla="*/ 0 w 292251"/>
                <a:gd name="connsiteY4" fmla="*/ 28416 h 85247"/>
                <a:gd name="connsiteX5" fmla="*/ 0 w 292251"/>
                <a:gd name="connsiteY5" fmla="*/ 85247 h 85247"/>
                <a:gd name="connsiteX6" fmla="*/ 26568 w 292251"/>
                <a:gd name="connsiteY6" fmla="*/ 85247 h 85247"/>
                <a:gd name="connsiteX7" fmla="*/ 26568 w 292251"/>
                <a:gd name="connsiteY7" fmla="*/ 56832 h 85247"/>
                <a:gd name="connsiteX8" fmla="*/ 265683 w 292251"/>
                <a:gd name="connsiteY8" fmla="*/ 56832 h 85247"/>
                <a:gd name="connsiteX9" fmla="*/ 265683 w 292251"/>
                <a:gd name="connsiteY9" fmla="*/ 85247 h 85247"/>
                <a:gd name="connsiteX10" fmla="*/ 292251 w 292251"/>
                <a:gd name="connsiteY10" fmla="*/ 85247 h 85247"/>
                <a:gd name="connsiteX11" fmla="*/ 292251 w 292251"/>
                <a:gd name="connsiteY11" fmla="*/ 28416 h 85247"/>
                <a:gd name="connsiteX12" fmla="*/ 159410 w 292251"/>
                <a:gd name="connsiteY12" fmla="*/ 28416 h 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2251" h="85247">
                  <a:moveTo>
                    <a:pt x="159410" y="28416"/>
                  </a:moveTo>
                  <a:lnTo>
                    <a:pt x="159410" y="0"/>
                  </a:lnTo>
                  <a:lnTo>
                    <a:pt x="132841" y="0"/>
                  </a:lnTo>
                  <a:lnTo>
                    <a:pt x="132841" y="28416"/>
                  </a:lnTo>
                  <a:lnTo>
                    <a:pt x="0" y="28416"/>
                  </a:lnTo>
                  <a:lnTo>
                    <a:pt x="0" y="85247"/>
                  </a:lnTo>
                  <a:lnTo>
                    <a:pt x="26568" y="85247"/>
                  </a:lnTo>
                  <a:lnTo>
                    <a:pt x="26568" y="56832"/>
                  </a:lnTo>
                  <a:lnTo>
                    <a:pt x="265683" y="56832"/>
                  </a:lnTo>
                  <a:lnTo>
                    <a:pt x="265683" y="85247"/>
                  </a:lnTo>
                  <a:lnTo>
                    <a:pt x="292251" y="85247"/>
                  </a:lnTo>
                  <a:lnTo>
                    <a:pt x="292251" y="28416"/>
                  </a:lnTo>
                  <a:lnTo>
                    <a:pt x="159410" y="28416"/>
                  </a:lnTo>
                  <a:close/>
                </a:path>
              </a:pathLst>
            </a:custGeom>
            <a:solidFill>
              <a:srgbClr val="FFFFFF"/>
            </a:solidFill>
            <a:ln w="263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5666632-15BD-6F3A-B4FF-55FB1BF0B300}"/>
                </a:ext>
              </a:extLst>
            </p:cNvPr>
            <p:cNvSpPr/>
            <p:nvPr/>
          </p:nvSpPr>
          <p:spPr>
            <a:xfrm>
              <a:off x="3205785" y="3887003"/>
              <a:ext cx="228235" cy="190478"/>
            </a:xfrm>
            <a:prstGeom prst="rect">
              <a:avLst/>
            </a:prstGeom>
            <a:solidFill>
              <a:srgbClr val="4CADD4"/>
            </a:solidFill>
            <a:ln w="28575">
              <a:solidFill>
                <a:srgbClr val="3373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FF8DD460-4481-F2A0-A329-0EF918A571C9}"/>
                </a:ext>
              </a:extLst>
            </p:cNvPr>
            <p:cNvCxnSpPr>
              <a:cxnSpLocks/>
              <a:stCxn id="14" idx="2"/>
              <a:endCxn id="17" idx="0"/>
            </p:cNvCxnSpPr>
            <p:nvPr/>
          </p:nvCxnSpPr>
          <p:spPr>
            <a:xfrm rot="5400000">
              <a:off x="3194094" y="4082562"/>
              <a:ext cx="130890" cy="120729"/>
            </a:xfrm>
            <a:prstGeom prst="bentConnector3">
              <a:avLst/>
            </a:prstGeom>
            <a:ln w="28575">
              <a:solidFill>
                <a:srgbClr val="5454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010263EF-ECF3-F162-3DEA-9132756C8F02}"/>
                </a:ext>
              </a:extLst>
            </p:cNvPr>
            <p:cNvCxnSpPr>
              <a:cxnSpLocks/>
              <a:stCxn id="14" idx="2"/>
              <a:endCxn id="18" idx="0"/>
            </p:cNvCxnSpPr>
            <p:nvPr/>
          </p:nvCxnSpPr>
          <p:spPr>
            <a:xfrm rot="16200000" flipH="1">
              <a:off x="3319027" y="4078357"/>
              <a:ext cx="131263" cy="129510"/>
            </a:xfrm>
            <a:prstGeom prst="bentConnector3">
              <a:avLst/>
            </a:prstGeom>
            <a:ln w="28575">
              <a:solidFill>
                <a:srgbClr val="5454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D63C29-4E95-95B4-C94F-7834D374BA4B}"/>
                </a:ext>
              </a:extLst>
            </p:cNvPr>
            <p:cNvSpPr/>
            <p:nvPr/>
          </p:nvSpPr>
          <p:spPr>
            <a:xfrm>
              <a:off x="3112631" y="4208371"/>
              <a:ext cx="173086" cy="142051"/>
            </a:xfrm>
            <a:prstGeom prst="rect">
              <a:avLst/>
            </a:prstGeom>
            <a:solidFill>
              <a:srgbClr val="FD9962"/>
            </a:solidFill>
            <a:ln w="28575">
              <a:solidFill>
                <a:srgbClr val="AD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6AA5E12-6BB0-6BB4-2F2D-E55BBDE52C39}"/>
                </a:ext>
              </a:extLst>
            </p:cNvPr>
            <p:cNvSpPr/>
            <p:nvPr/>
          </p:nvSpPr>
          <p:spPr>
            <a:xfrm>
              <a:off x="3362870" y="4208744"/>
              <a:ext cx="173086" cy="142051"/>
            </a:xfrm>
            <a:prstGeom prst="rect">
              <a:avLst/>
            </a:prstGeom>
            <a:solidFill>
              <a:srgbClr val="FD9962"/>
            </a:solidFill>
            <a:ln w="28575">
              <a:solidFill>
                <a:srgbClr val="AD35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37A85ADA-4A97-9F8D-6DC5-D4A8636717E3}"/>
              </a:ext>
            </a:extLst>
          </p:cNvPr>
          <p:cNvSpPr/>
          <p:nvPr/>
        </p:nvSpPr>
        <p:spPr>
          <a:xfrm rot="10800000" flipH="1">
            <a:off x="1888777" y="265880"/>
            <a:ext cx="615479" cy="814734"/>
          </a:xfrm>
          <a:prstGeom prst="foldedCorner">
            <a:avLst>
              <a:gd name="adj" fmla="val 4198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39D2B5-1BC1-2986-AD9A-44F6D3F6BBDA}"/>
              </a:ext>
            </a:extLst>
          </p:cNvPr>
          <p:cNvSpPr/>
          <p:nvPr/>
        </p:nvSpPr>
        <p:spPr>
          <a:xfrm>
            <a:off x="1850554" y="573838"/>
            <a:ext cx="690873" cy="3152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ysClr val="windowText" lastClr="000000"/>
                </a:solidFill>
                <a:latin typeface="Lucida Sans Typewriter" panose="020B0509030504030204" pitchFamily="49" charset="0"/>
              </a:rPr>
              <a:t>XMI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B8EAE32-980A-48F1-8028-13B5B396171B}"/>
              </a:ext>
            </a:extLst>
          </p:cNvPr>
          <p:cNvSpPr/>
          <p:nvPr/>
        </p:nvSpPr>
        <p:spPr>
          <a:xfrm>
            <a:off x="1011228" y="443568"/>
            <a:ext cx="778942" cy="575799"/>
          </a:xfrm>
          <a:prstGeom prst="rightArrow">
            <a:avLst>
              <a:gd name="adj1" fmla="val 55210"/>
              <a:gd name="adj2" fmla="val 50000"/>
            </a:avLst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prstClr val="black">
                <a:alpha val="5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F934D9-0C5F-1C23-C0EA-7AE2F5DBBAFE}"/>
              </a:ext>
            </a:extLst>
          </p:cNvPr>
          <p:cNvSpPr/>
          <p:nvPr/>
        </p:nvSpPr>
        <p:spPr>
          <a:xfrm>
            <a:off x="61442" y="1153547"/>
            <a:ext cx="2620316" cy="343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Lucida Sans Typewriter" panose="020B0509030504030204" pitchFamily="49" charset="0"/>
              </a:rPr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3591291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93B7A4-1511-1202-09BF-99A7C7C4642E}"/>
              </a:ext>
            </a:extLst>
          </p:cNvPr>
          <p:cNvSpPr/>
          <p:nvPr/>
        </p:nvSpPr>
        <p:spPr>
          <a:xfrm>
            <a:off x="61442" y="65056"/>
            <a:ext cx="2620316" cy="867416"/>
          </a:xfrm>
          <a:prstGeom prst="roundRect">
            <a:avLst/>
          </a:prstGeom>
          <a:solidFill>
            <a:srgbClr val="4C7D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F934D9-0C5F-1C23-C0EA-7AE2F5DBBAFE}"/>
              </a:ext>
            </a:extLst>
          </p:cNvPr>
          <p:cNvSpPr/>
          <p:nvPr/>
        </p:nvSpPr>
        <p:spPr>
          <a:xfrm>
            <a:off x="661404" y="333118"/>
            <a:ext cx="2020354" cy="343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Lucida Sans Typewriter" panose="020B0509030504030204" pitchFamily="49" charset="0"/>
              </a:rPr>
              <a:t>Clean  Environment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34610DF-E41B-D8C5-35D8-6456503A40AE}"/>
              </a:ext>
            </a:extLst>
          </p:cNvPr>
          <p:cNvGrpSpPr/>
          <p:nvPr/>
        </p:nvGrpSpPr>
        <p:grpSpPr>
          <a:xfrm>
            <a:off x="287598" y="228293"/>
            <a:ext cx="205898" cy="553646"/>
            <a:chOff x="865874" y="979131"/>
            <a:chExt cx="527263" cy="141777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8A6987-0EDE-DEA4-57C1-B98674F075D3}"/>
                </a:ext>
              </a:extLst>
            </p:cNvPr>
            <p:cNvSpPr/>
            <p:nvPr/>
          </p:nvSpPr>
          <p:spPr>
            <a:xfrm rot="20209311">
              <a:off x="1202184" y="2203542"/>
              <a:ext cx="106620" cy="19336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9E4C611-3397-1A59-0DFC-082A923AB80C}"/>
                </a:ext>
              </a:extLst>
            </p:cNvPr>
            <p:cNvSpPr/>
            <p:nvPr/>
          </p:nvSpPr>
          <p:spPr>
            <a:xfrm rot="20078703">
              <a:off x="947073" y="2038423"/>
              <a:ext cx="446064" cy="22408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92E9684-FCDC-0ABA-7E64-76EBEC3D7C2C}"/>
                </a:ext>
              </a:extLst>
            </p:cNvPr>
            <p:cNvSpPr/>
            <p:nvPr/>
          </p:nvSpPr>
          <p:spPr>
            <a:xfrm rot="1049919">
              <a:off x="1258386" y="979131"/>
              <a:ext cx="106620" cy="834887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E4BD72B-66FE-F1DB-F08B-8B3FBBFE78A0}"/>
                </a:ext>
              </a:extLst>
            </p:cNvPr>
            <p:cNvSpPr/>
            <p:nvPr/>
          </p:nvSpPr>
          <p:spPr>
            <a:xfrm rot="1049919">
              <a:off x="974634" y="1781985"/>
              <a:ext cx="361423" cy="105893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B1159275-9E02-FDFD-7FD8-1E73140010B8}"/>
                </a:ext>
              </a:extLst>
            </p:cNvPr>
            <p:cNvSpPr/>
            <p:nvPr/>
          </p:nvSpPr>
          <p:spPr>
            <a:xfrm rot="1053245">
              <a:off x="865874" y="1880515"/>
              <a:ext cx="478064" cy="254390"/>
            </a:xfrm>
            <a:prstGeom prst="trapezoid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D6E7542-7EE6-5589-070B-191364E83F27}"/>
              </a:ext>
            </a:extLst>
          </p:cNvPr>
          <p:cNvSpPr/>
          <p:nvPr/>
        </p:nvSpPr>
        <p:spPr>
          <a:xfrm>
            <a:off x="61442" y="1113247"/>
            <a:ext cx="2620316" cy="867416"/>
          </a:xfrm>
          <a:prstGeom prst="roundRect">
            <a:avLst/>
          </a:prstGeom>
          <a:solidFill>
            <a:srgbClr val="4C7D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8FB667-82FF-ADA1-8BDA-AFCEFE13C893}"/>
              </a:ext>
            </a:extLst>
          </p:cNvPr>
          <p:cNvSpPr/>
          <p:nvPr/>
        </p:nvSpPr>
        <p:spPr>
          <a:xfrm>
            <a:off x="847724" y="1371600"/>
            <a:ext cx="1834033" cy="343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Lucida Sans Typewriter" panose="020B0509030504030204" pitchFamily="49" charset="0"/>
              </a:rPr>
              <a:t>Back to Launcher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6DE80B19-6497-D376-8B21-291B9C11B6B7}"/>
              </a:ext>
            </a:extLst>
          </p:cNvPr>
          <p:cNvSpPr/>
          <p:nvPr/>
        </p:nvSpPr>
        <p:spPr>
          <a:xfrm rot="10800000">
            <a:off x="165723" y="1371600"/>
            <a:ext cx="469828" cy="347300"/>
          </a:xfrm>
          <a:prstGeom prst="rightArrow">
            <a:avLst>
              <a:gd name="adj1" fmla="val 55210"/>
              <a:gd name="adj2" fmla="val 50000"/>
            </a:avLst>
          </a:prstGeom>
          <a:solidFill>
            <a:schemeClr val="tx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prstClr val="black">
                <a:alpha val="5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64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149</TotalTime>
  <Words>22</Words>
  <Application>Microsoft Office PowerPoint</Application>
  <PresentationFormat>Custom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Lucida Sans Typewriter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 Kahn</dc:creator>
  <cp:lastModifiedBy>Josh Kahn</cp:lastModifiedBy>
  <cp:revision>7</cp:revision>
  <dcterms:created xsi:type="dcterms:W3CDTF">2024-03-25T14:40:51Z</dcterms:created>
  <dcterms:modified xsi:type="dcterms:W3CDTF">2024-05-07T16:33:26Z</dcterms:modified>
</cp:coreProperties>
</file>