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27432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ABC0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1" autoAdjust="0"/>
    <p:restoredTop sz="94660"/>
  </p:normalViewPr>
  <p:slideViewPr>
    <p:cSldViewPr snapToGrid="0">
      <p:cViewPr>
        <p:scale>
          <a:sx n="200" d="100"/>
          <a:sy n="200" d="100"/>
        </p:scale>
        <p:origin x="2688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7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7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5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4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0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3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7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79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3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8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chemeClr val="accent5"/>
            </a:gs>
            <a:gs pos="0">
              <a:schemeClr val="accent4">
                <a:lumMod val="0"/>
                <a:lumOff val="100000"/>
              </a:schemeClr>
            </a:gs>
            <a:gs pos="100000">
              <a:schemeClr val="tx2">
                <a:lumMod val="5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01678692-3754-FEEA-7C6B-BD8B67F32234}"/>
              </a:ext>
            </a:extLst>
          </p:cNvPr>
          <p:cNvSpPr/>
          <p:nvPr/>
        </p:nvSpPr>
        <p:spPr>
          <a:xfrm rot="10800000" flipH="1">
            <a:off x="341591" y="959157"/>
            <a:ext cx="606474" cy="802813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F85668A9-32D2-7167-C325-F9ECECCE9C32}"/>
              </a:ext>
            </a:extLst>
          </p:cNvPr>
          <p:cNvSpPr/>
          <p:nvPr/>
        </p:nvSpPr>
        <p:spPr>
          <a:xfrm rot="10800000" flipH="1">
            <a:off x="251316" y="1008906"/>
            <a:ext cx="606474" cy="802813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0193A0-20E5-EE78-85FC-F72CC286E722}"/>
              </a:ext>
            </a:extLst>
          </p:cNvPr>
          <p:cNvSpPr txBox="1"/>
          <p:nvPr/>
        </p:nvSpPr>
        <p:spPr>
          <a:xfrm>
            <a:off x="-37283" y="2166424"/>
            <a:ext cx="2653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55A11"/>
                </a:solidFill>
                <a:latin typeface="Lucida Sans Typewriter" panose="020B0509030504030204" pitchFamily="49" charset="0"/>
              </a:rPr>
              <a:t> Connector</a:t>
            </a:r>
          </a:p>
        </p:txBody>
      </p:sp>
      <p:sp>
        <p:nvSpPr>
          <p:cNvPr id="27" name="Rectangle: Folded Corner 26">
            <a:extLst>
              <a:ext uri="{FF2B5EF4-FFF2-40B4-BE49-F238E27FC236}">
                <a16:creationId xmlns:a16="http://schemas.microsoft.com/office/drawing/2014/main" id="{DF8DF1B3-0D25-6509-B36B-BE3B82F70C04}"/>
              </a:ext>
            </a:extLst>
          </p:cNvPr>
          <p:cNvSpPr/>
          <p:nvPr/>
        </p:nvSpPr>
        <p:spPr>
          <a:xfrm rot="10800000" flipH="1">
            <a:off x="125615" y="1059279"/>
            <a:ext cx="606474" cy="802813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E7CD5E-51D7-7281-EDF9-9423DDACDF37}"/>
              </a:ext>
            </a:extLst>
          </p:cNvPr>
          <p:cNvGrpSpPr/>
          <p:nvPr/>
        </p:nvGrpSpPr>
        <p:grpSpPr>
          <a:xfrm>
            <a:off x="1709554" y="820624"/>
            <a:ext cx="906453" cy="1118737"/>
            <a:chOff x="3056554" y="3795139"/>
            <a:chExt cx="532532" cy="65724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D6CC072-0471-A6D6-8016-D6CF7BFE820D}"/>
                </a:ext>
              </a:extLst>
            </p:cNvPr>
            <p:cNvSpPr/>
            <p:nvPr/>
          </p:nvSpPr>
          <p:spPr>
            <a:xfrm>
              <a:off x="3056554" y="3795139"/>
              <a:ext cx="532532" cy="657247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97D5E48-094C-99F5-9235-7E505C595229}"/>
                </a:ext>
              </a:extLst>
            </p:cNvPr>
            <p:cNvSpPr/>
            <p:nvPr/>
          </p:nvSpPr>
          <p:spPr>
            <a:xfrm>
              <a:off x="3176694" y="4109554"/>
              <a:ext cx="292251" cy="85247"/>
            </a:xfrm>
            <a:custGeom>
              <a:avLst/>
              <a:gdLst>
                <a:gd name="connsiteX0" fmla="*/ 159410 w 292251"/>
                <a:gd name="connsiteY0" fmla="*/ 28416 h 85247"/>
                <a:gd name="connsiteX1" fmla="*/ 159410 w 292251"/>
                <a:gd name="connsiteY1" fmla="*/ 0 h 85247"/>
                <a:gd name="connsiteX2" fmla="*/ 132841 w 292251"/>
                <a:gd name="connsiteY2" fmla="*/ 0 h 85247"/>
                <a:gd name="connsiteX3" fmla="*/ 132841 w 292251"/>
                <a:gd name="connsiteY3" fmla="*/ 28416 h 85247"/>
                <a:gd name="connsiteX4" fmla="*/ 0 w 292251"/>
                <a:gd name="connsiteY4" fmla="*/ 28416 h 85247"/>
                <a:gd name="connsiteX5" fmla="*/ 0 w 292251"/>
                <a:gd name="connsiteY5" fmla="*/ 85247 h 85247"/>
                <a:gd name="connsiteX6" fmla="*/ 26568 w 292251"/>
                <a:gd name="connsiteY6" fmla="*/ 85247 h 85247"/>
                <a:gd name="connsiteX7" fmla="*/ 26568 w 292251"/>
                <a:gd name="connsiteY7" fmla="*/ 56832 h 85247"/>
                <a:gd name="connsiteX8" fmla="*/ 265683 w 292251"/>
                <a:gd name="connsiteY8" fmla="*/ 56832 h 85247"/>
                <a:gd name="connsiteX9" fmla="*/ 265683 w 292251"/>
                <a:gd name="connsiteY9" fmla="*/ 85247 h 85247"/>
                <a:gd name="connsiteX10" fmla="*/ 292251 w 292251"/>
                <a:gd name="connsiteY10" fmla="*/ 85247 h 85247"/>
                <a:gd name="connsiteX11" fmla="*/ 292251 w 292251"/>
                <a:gd name="connsiteY11" fmla="*/ 28416 h 85247"/>
                <a:gd name="connsiteX12" fmla="*/ 159410 w 292251"/>
                <a:gd name="connsiteY12" fmla="*/ 28416 h 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251" h="85247">
                  <a:moveTo>
                    <a:pt x="159410" y="28416"/>
                  </a:moveTo>
                  <a:lnTo>
                    <a:pt x="159410" y="0"/>
                  </a:lnTo>
                  <a:lnTo>
                    <a:pt x="132841" y="0"/>
                  </a:lnTo>
                  <a:lnTo>
                    <a:pt x="132841" y="28416"/>
                  </a:lnTo>
                  <a:lnTo>
                    <a:pt x="0" y="28416"/>
                  </a:lnTo>
                  <a:lnTo>
                    <a:pt x="0" y="85247"/>
                  </a:lnTo>
                  <a:lnTo>
                    <a:pt x="26568" y="85247"/>
                  </a:lnTo>
                  <a:lnTo>
                    <a:pt x="26568" y="56832"/>
                  </a:lnTo>
                  <a:lnTo>
                    <a:pt x="265683" y="56832"/>
                  </a:lnTo>
                  <a:lnTo>
                    <a:pt x="265683" y="85247"/>
                  </a:lnTo>
                  <a:lnTo>
                    <a:pt x="292251" y="85247"/>
                  </a:lnTo>
                  <a:lnTo>
                    <a:pt x="292251" y="28416"/>
                  </a:lnTo>
                  <a:lnTo>
                    <a:pt x="159410" y="28416"/>
                  </a:lnTo>
                  <a:close/>
                </a:path>
              </a:pathLst>
            </a:custGeom>
            <a:solidFill>
              <a:srgbClr val="FFFFFF"/>
            </a:solidFill>
            <a:ln w="26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CF7C04-CC89-788D-63E2-7BD2481FABD0}"/>
                </a:ext>
              </a:extLst>
            </p:cNvPr>
            <p:cNvSpPr/>
            <p:nvPr/>
          </p:nvSpPr>
          <p:spPr>
            <a:xfrm>
              <a:off x="3205785" y="3887003"/>
              <a:ext cx="228235" cy="190478"/>
            </a:xfrm>
            <a:prstGeom prst="rect">
              <a:avLst/>
            </a:prstGeom>
            <a:solidFill>
              <a:srgbClr val="4CADD4"/>
            </a:solidFill>
            <a:ln w="28575">
              <a:solidFill>
                <a:srgbClr val="3373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204BDCF5-A325-EC83-4DA4-9195B9FC50CE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>
            <a:xfrm rot="5400000">
              <a:off x="3194094" y="4082562"/>
              <a:ext cx="130890" cy="120729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66FEAA45-8090-7E68-DA1E-294F3620A719}"/>
                </a:ext>
              </a:extLst>
            </p:cNvPr>
            <p:cNvCxnSpPr>
              <a:cxnSpLocks/>
              <a:stCxn id="13" idx="2"/>
              <a:endCxn id="17" idx="0"/>
            </p:cNvCxnSpPr>
            <p:nvPr/>
          </p:nvCxnSpPr>
          <p:spPr>
            <a:xfrm rot="16200000" flipH="1">
              <a:off x="3319027" y="4078357"/>
              <a:ext cx="131263" cy="129510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C525D6-B644-AC29-9048-E826ED8F57A9}"/>
                </a:ext>
              </a:extLst>
            </p:cNvPr>
            <p:cNvSpPr/>
            <p:nvPr/>
          </p:nvSpPr>
          <p:spPr>
            <a:xfrm>
              <a:off x="3112631" y="4208371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FE3C9E1-41FB-2CCD-9565-446106EBF062}"/>
                </a:ext>
              </a:extLst>
            </p:cNvPr>
            <p:cNvSpPr/>
            <p:nvPr/>
          </p:nvSpPr>
          <p:spPr>
            <a:xfrm>
              <a:off x="3362870" y="4208744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7A093EE1-906D-CED0-F0CA-ABBE80043710}"/>
              </a:ext>
            </a:extLst>
          </p:cNvPr>
          <p:cNvSpPr/>
          <p:nvPr/>
        </p:nvSpPr>
        <p:spPr>
          <a:xfrm>
            <a:off x="911822" y="1099551"/>
            <a:ext cx="846250" cy="662419"/>
          </a:xfrm>
          <a:prstGeom prst="rightArrow">
            <a:avLst>
              <a:gd name="adj1" fmla="val 54249"/>
              <a:gd name="adj2" fmla="val 57182"/>
            </a:avLst>
          </a:prstGeom>
          <a:solidFill>
            <a:schemeClr val="bg1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F99FF-6A97-633B-F263-6CBF7595DB83}"/>
              </a:ext>
            </a:extLst>
          </p:cNvPr>
          <p:cNvSpPr txBox="1"/>
          <p:nvPr/>
        </p:nvSpPr>
        <p:spPr>
          <a:xfrm>
            <a:off x="85130" y="1850296"/>
            <a:ext cx="1579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600" b="1" dirty="0">
                <a:solidFill>
                  <a:schemeClr val="bg1"/>
                </a:solidFill>
                <a:latin typeface="Lucida Sans Typewriter" panose="020B0509030504030204" pitchFamily="49" charset="0"/>
              </a:rPr>
              <a:t>SysML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268278-3D16-6CD3-7C25-F821A41103D3}"/>
              </a:ext>
            </a:extLst>
          </p:cNvPr>
          <p:cNvSpPr/>
          <p:nvPr/>
        </p:nvSpPr>
        <p:spPr>
          <a:xfrm>
            <a:off x="52389" y="1360564"/>
            <a:ext cx="753842" cy="343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  <a:latin typeface="Lucida Sans Typewriter" panose="020B0509030504030204" pitchFamily="49" charset="0"/>
              </a:rPr>
              <a:t>XMI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A8629A-4491-D68D-0764-583A854EDA97}"/>
              </a:ext>
            </a:extLst>
          </p:cNvPr>
          <p:cNvSpPr txBox="1"/>
          <p:nvPr/>
        </p:nvSpPr>
        <p:spPr>
          <a:xfrm>
            <a:off x="-26690" y="-30778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System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D6A2CC-5DFF-6A90-BE47-6DAEF04917C0}"/>
              </a:ext>
            </a:extLst>
          </p:cNvPr>
          <p:cNvSpPr txBox="1"/>
          <p:nvPr/>
        </p:nvSpPr>
        <p:spPr>
          <a:xfrm>
            <a:off x="456440" y="286974"/>
            <a:ext cx="2159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Composer</a:t>
            </a:r>
          </a:p>
        </p:txBody>
      </p:sp>
    </p:spTree>
    <p:extLst>
      <p:ext uri="{BB962C8B-B14F-4D97-AF65-F5344CB8AC3E}">
        <p14:creationId xmlns:p14="http://schemas.microsoft.com/office/powerpoint/2010/main" val="98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4B4B4B"/>
            </a:gs>
            <a:gs pos="0">
              <a:schemeClr val="accent4">
                <a:lumMod val="0"/>
                <a:lumOff val="100000"/>
              </a:schemeClr>
            </a:gs>
            <a:gs pos="100000">
              <a:schemeClr val="tx1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Folded Corner 26">
            <a:extLst>
              <a:ext uri="{FF2B5EF4-FFF2-40B4-BE49-F238E27FC236}">
                <a16:creationId xmlns:a16="http://schemas.microsoft.com/office/drawing/2014/main" id="{DF8DF1B3-0D25-6509-B36B-BE3B82F70C04}"/>
              </a:ext>
            </a:extLst>
          </p:cNvPr>
          <p:cNvSpPr/>
          <p:nvPr/>
        </p:nvSpPr>
        <p:spPr>
          <a:xfrm rot="10800000" flipH="1">
            <a:off x="125615" y="1054521"/>
            <a:ext cx="606474" cy="802813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E7CD5E-51D7-7281-EDF9-9423DDACDF37}"/>
              </a:ext>
            </a:extLst>
          </p:cNvPr>
          <p:cNvGrpSpPr/>
          <p:nvPr/>
        </p:nvGrpSpPr>
        <p:grpSpPr>
          <a:xfrm>
            <a:off x="1709554" y="820624"/>
            <a:ext cx="906453" cy="1118737"/>
            <a:chOff x="3056554" y="3795139"/>
            <a:chExt cx="532532" cy="65724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D6CC072-0471-A6D6-8016-D6CF7BFE820D}"/>
                </a:ext>
              </a:extLst>
            </p:cNvPr>
            <p:cNvSpPr/>
            <p:nvPr/>
          </p:nvSpPr>
          <p:spPr>
            <a:xfrm>
              <a:off x="3056554" y="3795139"/>
              <a:ext cx="532532" cy="657247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97D5E48-094C-99F5-9235-7E505C595229}"/>
                </a:ext>
              </a:extLst>
            </p:cNvPr>
            <p:cNvSpPr/>
            <p:nvPr/>
          </p:nvSpPr>
          <p:spPr>
            <a:xfrm>
              <a:off x="3176694" y="4109554"/>
              <a:ext cx="292251" cy="85247"/>
            </a:xfrm>
            <a:custGeom>
              <a:avLst/>
              <a:gdLst>
                <a:gd name="connsiteX0" fmla="*/ 159410 w 292251"/>
                <a:gd name="connsiteY0" fmla="*/ 28416 h 85247"/>
                <a:gd name="connsiteX1" fmla="*/ 159410 w 292251"/>
                <a:gd name="connsiteY1" fmla="*/ 0 h 85247"/>
                <a:gd name="connsiteX2" fmla="*/ 132841 w 292251"/>
                <a:gd name="connsiteY2" fmla="*/ 0 h 85247"/>
                <a:gd name="connsiteX3" fmla="*/ 132841 w 292251"/>
                <a:gd name="connsiteY3" fmla="*/ 28416 h 85247"/>
                <a:gd name="connsiteX4" fmla="*/ 0 w 292251"/>
                <a:gd name="connsiteY4" fmla="*/ 28416 h 85247"/>
                <a:gd name="connsiteX5" fmla="*/ 0 w 292251"/>
                <a:gd name="connsiteY5" fmla="*/ 85247 h 85247"/>
                <a:gd name="connsiteX6" fmla="*/ 26568 w 292251"/>
                <a:gd name="connsiteY6" fmla="*/ 85247 h 85247"/>
                <a:gd name="connsiteX7" fmla="*/ 26568 w 292251"/>
                <a:gd name="connsiteY7" fmla="*/ 56832 h 85247"/>
                <a:gd name="connsiteX8" fmla="*/ 265683 w 292251"/>
                <a:gd name="connsiteY8" fmla="*/ 56832 h 85247"/>
                <a:gd name="connsiteX9" fmla="*/ 265683 w 292251"/>
                <a:gd name="connsiteY9" fmla="*/ 85247 h 85247"/>
                <a:gd name="connsiteX10" fmla="*/ 292251 w 292251"/>
                <a:gd name="connsiteY10" fmla="*/ 85247 h 85247"/>
                <a:gd name="connsiteX11" fmla="*/ 292251 w 292251"/>
                <a:gd name="connsiteY11" fmla="*/ 28416 h 85247"/>
                <a:gd name="connsiteX12" fmla="*/ 159410 w 292251"/>
                <a:gd name="connsiteY12" fmla="*/ 28416 h 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251" h="85247">
                  <a:moveTo>
                    <a:pt x="159410" y="28416"/>
                  </a:moveTo>
                  <a:lnTo>
                    <a:pt x="159410" y="0"/>
                  </a:lnTo>
                  <a:lnTo>
                    <a:pt x="132841" y="0"/>
                  </a:lnTo>
                  <a:lnTo>
                    <a:pt x="132841" y="28416"/>
                  </a:lnTo>
                  <a:lnTo>
                    <a:pt x="0" y="28416"/>
                  </a:lnTo>
                  <a:lnTo>
                    <a:pt x="0" y="85247"/>
                  </a:lnTo>
                  <a:lnTo>
                    <a:pt x="26568" y="85247"/>
                  </a:lnTo>
                  <a:lnTo>
                    <a:pt x="26568" y="56832"/>
                  </a:lnTo>
                  <a:lnTo>
                    <a:pt x="265683" y="56832"/>
                  </a:lnTo>
                  <a:lnTo>
                    <a:pt x="265683" y="85247"/>
                  </a:lnTo>
                  <a:lnTo>
                    <a:pt x="292251" y="85247"/>
                  </a:lnTo>
                  <a:lnTo>
                    <a:pt x="292251" y="28416"/>
                  </a:lnTo>
                  <a:lnTo>
                    <a:pt x="159410" y="28416"/>
                  </a:lnTo>
                  <a:close/>
                </a:path>
              </a:pathLst>
            </a:custGeom>
            <a:solidFill>
              <a:srgbClr val="FFFFFF"/>
            </a:solidFill>
            <a:ln w="26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CF7C04-CC89-788D-63E2-7BD2481FABD0}"/>
                </a:ext>
              </a:extLst>
            </p:cNvPr>
            <p:cNvSpPr/>
            <p:nvPr/>
          </p:nvSpPr>
          <p:spPr>
            <a:xfrm>
              <a:off x="3205785" y="3887003"/>
              <a:ext cx="228235" cy="190478"/>
            </a:xfrm>
            <a:prstGeom prst="rect">
              <a:avLst/>
            </a:prstGeom>
            <a:solidFill>
              <a:srgbClr val="4CADD4"/>
            </a:solidFill>
            <a:ln w="28575">
              <a:solidFill>
                <a:srgbClr val="3373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204BDCF5-A325-EC83-4DA4-9195B9FC50CE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>
            <a:xfrm rot="5400000">
              <a:off x="3194094" y="4082562"/>
              <a:ext cx="130890" cy="120729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66FEAA45-8090-7E68-DA1E-294F3620A719}"/>
                </a:ext>
              </a:extLst>
            </p:cNvPr>
            <p:cNvCxnSpPr>
              <a:cxnSpLocks/>
              <a:stCxn id="13" idx="2"/>
              <a:endCxn id="17" idx="0"/>
            </p:cNvCxnSpPr>
            <p:nvPr/>
          </p:nvCxnSpPr>
          <p:spPr>
            <a:xfrm rot="16200000" flipH="1">
              <a:off x="3319027" y="4078357"/>
              <a:ext cx="131263" cy="129510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C525D6-B644-AC29-9048-E826ED8F57A9}"/>
                </a:ext>
              </a:extLst>
            </p:cNvPr>
            <p:cNvSpPr/>
            <p:nvPr/>
          </p:nvSpPr>
          <p:spPr>
            <a:xfrm>
              <a:off x="3112631" y="4208371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FE3C9E1-41FB-2CCD-9565-446106EBF062}"/>
                </a:ext>
              </a:extLst>
            </p:cNvPr>
            <p:cNvSpPr/>
            <p:nvPr/>
          </p:nvSpPr>
          <p:spPr>
            <a:xfrm>
              <a:off x="3362870" y="4208744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7A093EE1-906D-CED0-F0CA-ABBE80043710}"/>
              </a:ext>
            </a:extLst>
          </p:cNvPr>
          <p:cNvSpPr/>
          <p:nvPr/>
        </p:nvSpPr>
        <p:spPr>
          <a:xfrm>
            <a:off x="886308" y="1054522"/>
            <a:ext cx="847673" cy="795774"/>
          </a:xfrm>
          <a:prstGeom prst="rightArrow">
            <a:avLst>
              <a:gd name="adj1" fmla="val 54249"/>
              <a:gd name="adj2" fmla="val 50000"/>
            </a:avLst>
          </a:prstGeom>
          <a:solidFill>
            <a:schemeClr val="tx1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F99FF-6A97-633B-F263-6CBF7595DB83}"/>
              </a:ext>
            </a:extLst>
          </p:cNvPr>
          <p:cNvSpPr txBox="1"/>
          <p:nvPr/>
        </p:nvSpPr>
        <p:spPr>
          <a:xfrm>
            <a:off x="154368" y="1835259"/>
            <a:ext cx="1579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6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S </a:t>
            </a:r>
            <a:r>
              <a:rPr lang="en-US" sz="360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sML</a:t>
            </a:r>
            <a:endParaRPr lang="en-US" sz="360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0193A0-20E5-EE78-85FC-F72CC286E722}"/>
              </a:ext>
            </a:extLst>
          </p:cNvPr>
          <p:cNvSpPr txBox="1"/>
          <p:nvPr/>
        </p:nvSpPr>
        <p:spPr>
          <a:xfrm>
            <a:off x="436914" y="2168672"/>
            <a:ext cx="2159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mporter</a:t>
            </a:r>
            <a:endParaRPr lang="en-US" sz="320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268278-3D16-6CD3-7C25-F821A41103D3}"/>
              </a:ext>
            </a:extLst>
          </p:cNvPr>
          <p:cNvSpPr/>
          <p:nvPr/>
        </p:nvSpPr>
        <p:spPr>
          <a:xfrm>
            <a:off x="52389" y="1355806"/>
            <a:ext cx="753842" cy="343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  <a:latin typeface="Lucida Sans Typewriter" panose="020B0509030504030204" pitchFamily="49" charset="0"/>
              </a:rPr>
              <a:t>XMI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F381A10-ECCE-5D80-0017-66A792F9461E}"/>
              </a:ext>
            </a:extLst>
          </p:cNvPr>
          <p:cNvGrpSpPr/>
          <p:nvPr/>
        </p:nvGrpSpPr>
        <p:grpSpPr>
          <a:xfrm>
            <a:off x="571500" y="2158425"/>
            <a:ext cx="217740" cy="456188"/>
            <a:chOff x="571500" y="2158425"/>
            <a:chExt cx="217740" cy="45618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09281B9-D1F3-487E-E655-34B22200D79E}"/>
                </a:ext>
              </a:extLst>
            </p:cNvPr>
            <p:cNvCxnSpPr/>
            <p:nvPr/>
          </p:nvCxnSpPr>
          <p:spPr>
            <a:xfrm>
              <a:off x="685800" y="2331244"/>
              <a:ext cx="0" cy="283369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4B01CBF-0810-56BB-8167-47898A4885A1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" y="2158618"/>
              <a:ext cx="114300" cy="172626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E7CEA94-4BE9-615F-45D7-4A040797F0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940" y="2158425"/>
              <a:ext cx="114300" cy="172626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4A372F9D-2AF3-7892-19CB-82BEBDC25007}"/>
              </a:ext>
            </a:extLst>
          </p:cNvPr>
          <p:cNvSpPr/>
          <p:nvPr/>
        </p:nvSpPr>
        <p:spPr>
          <a:xfrm>
            <a:off x="507206" y="2095500"/>
            <a:ext cx="130969" cy="13096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5AF2AC5-70D1-CEE9-E1DA-D8C97A08CF7F}"/>
              </a:ext>
            </a:extLst>
          </p:cNvPr>
          <p:cNvSpPr/>
          <p:nvPr/>
        </p:nvSpPr>
        <p:spPr>
          <a:xfrm>
            <a:off x="714553" y="2098064"/>
            <a:ext cx="130969" cy="13096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32EE6E7-9F84-06C1-6F94-D79A111C0B68}"/>
              </a:ext>
            </a:extLst>
          </p:cNvPr>
          <p:cNvSpPr/>
          <p:nvPr/>
        </p:nvSpPr>
        <p:spPr>
          <a:xfrm>
            <a:off x="620315" y="2294353"/>
            <a:ext cx="130969" cy="13096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11AC6F6-3D3F-8B5F-7C47-008AAB24910A}"/>
              </a:ext>
            </a:extLst>
          </p:cNvPr>
          <p:cNvSpPr/>
          <p:nvPr/>
        </p:nvSpPr>
        <p:spPr>
          <a:xfrm>
            <a:off x="620315" y="2546843"/>
            <a:ext cx="130969" cy="13096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A8629A-4491-D68D-0764-583A854EDA97}"/>
              </a:ext>
            </a:extLst>
          </p:cNvPr>
          <p:cNvSpPr txBox="1"/>
          <p:nvPr/>
        </p:nvSpPr>
        <p:spPr>
          <a:xfrm>
            <a:off x="-26690" y="-30778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System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D6A2CC-5DFF-6A90-BE47-6DAEF04917C0}"/>
              </a:ext>
            </a:extLst>
          </p:cNvPr>
          <p:cNvSpPr txBox="1"/>
          <p:nvPr/>
        </p:nvSpPr>
        <p:spPr>
          <a:xfrm>
            <a:off x="456440" y="286974"/>
            <a:ext cx="2159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Composer</a:t>
            </a:r>
          </a:p>
        </p:txBody>
      </p:sp>
    </p:spTree>
    <p:extLst>
      <p:ext uri="{BB962C8B-B14F-4D97-AF65-F5344CB8AC3E}">
        <p14:creationId xmlns:p14="http://schemas.microsoft.com/office/powerpoint/2010/main" val="57790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</TotalTime>
  <Words>13</Words>
  <Application>Microsoft Office PowerPoint</Application>
  <PresentationFormat>Custom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Lucida Sans Typewriter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 Kahn</dc:creator>
  <cp:lastModifiedBy>Josh Kahn</cp:lastModifiedBy>
  <cp:revision>4</cp:revision>
  <dcterms:created xsi:type="dcterms:W3CDTF">2024-03-25T14:40:51Z</dcterms:created>
  <dcterms:modified xsi:type="dcterms:W3CDTF">2024-05-07T14:16:28Z</dcterms:modified>
</cp:coreProperties>
</file>